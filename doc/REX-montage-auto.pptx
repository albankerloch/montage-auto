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7" r:id="rId4"/>
  </p:sldMasterIdLst>
  <p:notesMasterIdLst>
    <p:notesMasterId r:id="rId28"/>
  </p:notesMasterIdLst>
  <p:handoutMasterIdLst>
    <p:handoutMasterId r:id="rId29"/>
  </p:handoutMasterIdLst>
  <p:sldIdLst>
    <p:sldId id="256" r:id="rId5"/>
    <p:sldId id="257" r:id="rId6"/>
    <p:sldId id="258" r:id="rId7"/>
    <p:sldId id="276" r:id="rId8"/>
    <p:sldId id="260" r:id="rId9"/>
    <p:sldId id="261" r:id="rId10"/>
    <p:sldId id="262" r:id="rId11"/>
    <p:sldId id="271" r:id="rId12"/>
    <p:sldId id="263" r:id="rId13"/>
    <p:sldId id="264" r:id="rId14"/>
    <p:sldId id="265" r:id="rId15"/>
    <p:sldId id="266" r:id="rId16"/>
    <p:sldId id="267" r:id="rId17"/>
    <p:sldId id="269" r:id="rId18"/>
    <p:sldId id="270" r:id="rId19"/>
    <p:sldId id="272" r:id="rId20"/>
    <p:sldId id="273" r:id="rId21"/>
    <p:sldId id="274" r:id="rId22"/>
    <p:sldId id="275" r:id="rId23"/>
    <p:sldId id="277" r:id="rId24"/>
    <p:sldId id="278" r:id="rId25"/>
    <p:sldId id="279" r:id="rId26"/>
    <p:sldId id="280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oîte à outils" id="{98C194CC-224B-D44E-B367-6E7EDAEA8420}">
          <p14:sldIdLst>
            <p14:sldId id="256"/>
            <p14:sldId id="257"/>
            <p14:sldId id="258"/>
            <p14:sldId id="276"/>
            <p14:sldId id="260"/>
            <p14:sldId id="261"/>
            <p14:sldId id="262"/>
            <p14:sldId id="271"/>
            <p14:sldId id="263"/>
            <p14:sldId id="264"/>
            <p14:sldId id="265"/>
            <p14:sldId id="266"/>
            <p14:sldId id="267"/>
            <p14:sldId id="269"/>
            <p14:sldId id="270"/>
            <p14:sldId id="272"/>
            <p14:sldId id="273"/>
            <p14:sldId id="274"/>
            <p14:sldId id="275"/>
            <p14:sldId id="277"/>
            <p14:sldId id="278"/>
            <p14:sldId id="279"/>
            <p14:sldId id="280"/>
          </p14:sldIdLst>
        </p14:section>
        <p14:section name="Masque PPT" id="{C79CE973-DEF4-9341-AA5A-BB240D0CE239}">
          <p14:sldIdLst/>
        </p14:section>
        <p14:section name="Présentation" id="{2DE01568-57F8-C944-A1D8-25E1E3B829B3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DB40"/>
    <a:srgbClr val="FFDA3E"/>
    <a:srgbClr val="E8E8E8"/>
    <a:srgbClr val="F52B9C"/>
    <a:srgbClr val="FFD5EB"/>
    <a:srgbClr val="5853FF"/>
    <a:srgbClr val="000000"/>
    <a:srgbClr val="F4F4FF"/>
    <a:srgbClr val="FEFF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F09100-09D2-499A-B327-CEE1ED5799B2}" v="91" dt="2026-08-28T02:04:30.0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84"/>
    <p:restoredTop sz="89932"/>
  </p:normalViewPr>
  <p:slideViewPr>
    <p:cSldViewPr snapToGrid="0">
      <p:cViewPr>
        <p:scale>
          <a:sx n="33" d="100"/>
          <a:sy n="33" d="100"/>
        </p:scale>
        <p:origin x="1842" y="77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276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ban KERLOCH" userId="683b6c8c-c34f-44b7-bbe9-7033d6896964" providerId="ADAL" clId="{B7549096-4144-4379-B194-3677AD7A7123}"/>
    <pc:docChg chg="modSld sldOrd">
      <pc:chgData name="Alban KERLOCH" userId="683b6c8c-c34f-44b7-bbe9-7033d6896964" providerId="ADAL" clId="{B7549096-4144-4379-B194-3677AD7A7123}" dt="2026-08-28T02:04:30.066" v="82"/>
      <pc:docMkLst>
        <pc:docMk/>
      </pc:docMkLst>
      <pc:sldChg chg="modSp">
        <pc:chgData name="Alban KERLOCH" userId="683b6c8c-c34f-44b7-bbe9-7033d6896964" providerId="ADAL" clId="{B7549096-4144-4379-B194-3677AD7A7123}" dt="2026-08-28T01:29:40.578" v="2"/>
        <pc:sldMkLst>
          <pc:docMk/>
          <pc:sldMk cId="4160316954" sldId="258"/>
        </pc:sldMkLst>
        <pc:spChg chg="mod">
          <ac:chgData name="Alban KERLOCH" userId="683b6c8c-c34f-44b7-bbe9-7033d6896964" providerId="ADAL" clId="{B7549096-4144-4379-B194-3677AD7A7123}" dt="2026-08-28T01:29:40.578" v="2"/>
          <ac:spMkLst>
            <pc:docMk/>
            <pc:sldMk cId="4160316954" sldId="258"/>
            <ac:spMk id="3" creationId="{1F768062-74F3-D5EB-24A8-78244BFAB1C8}"/>
          </ac:spMkLst>
        </pc:spChg>
        <pc:spChg chg="mod">
          <ac:chgData name="Alban KERLOCH" userId="683b6c8c-c34f-44b7-bbe9-7033d6896964" providerId="ADAL" clId="{B7549096-4144-4379-B194-3677AD7A7123}" dt="2026-08-28T01:29:37.034" v="1"/>
          <ac:spMkLst>
            <pc:docMk/>
            <pc:sldMk cId="4160316954" sldId="258"/>
            <ac:spMk id="4" creationId="{EEA38CE8-929A-F7FD-9D8F-9EA0CD5E8E02}"/>
          </ac:spMkLst>
        </pc:spChg>
      </pc:sldChg>
      <pc:sldChg chg="modSp">
        <pc:chgData name="Alban KERLOCH" userId="683b6c8c-c34f-44b7-bbe9-7033d6896964" providerId="ADAL" clId="{B7549096-4144-4379-B194-3677AD7A7123}" dt="2026-08-28T01:32:15.216" v="8"/>
        <pc:sldMkLst>
          <pc:docMk/>
          <pc:sldMk cId="806280869" sldId="259"/>
        </pc:sldMkLst>
        <pc:spChg chg="mod">
          <ac:chgData name="Alban KERLOCH" userId="683b6c8c-c34f-44b7-bbe9-7033d6896964" providerId="ADAL" clId="{B7549096-4144-4379-B194-3677AD7A7123}" dt="2026-08-28T01:32:15.216" v="8"/>
          <ac:spMkLst>
            <pc:docMk/>
            <pc:sldMk cId="806280869" sldId="259"/>
            <ac:spMk id="13" creationId="{2AF8E463-D84F-6F72-A159-F1803B9C7FF6}"/>
          </ac:spMkLst>
        </pc:spChg>
      </pc:sldChg>
      <pc:sldChg chg="addSp modSp">
        <pc:chgData name="Alban KERLOCH" userId="683b6c8c-c34f-44b7-bbe9-7033d6896964" providerId="ADAL" clId="{B7549096-4144-4379-B194-3677AD7A7123}" dt="2026-08-28T01:35:16.621" v="16"/>
        <pc:sldMkLst>
          <pc:docMk/>
          <pc:sldMk cId="832808335" sldId="260"/>
        </pc:sldMkLst>
        <pc:spChg chg="add mod">
          <ac:chgData name="Alban KERLOCH" userId="683b6c8c-c34f-44b7-bbe9-7033d6896964" providerId="ADAL" clId="{B7549096-4144-4379-B194-3677AD7A7123}" dt="2026-08-28T01:34:18.648" v="13" actId="571"/>
          <ac:spMkLst>
            <pc:docMk/>
            <pc:sldMk cId="832808335" sldId="260"/>
            <ac:spMk id="2" creationId="{76D0A7B5-3158-979D-B7E4-195BEEC76C57}"/>
          </ac:spMkLst>
        </pc:spChg>
        <pc:spChg chg="mod">
          <ac:chgData name="Alban KERLOCH" userId="683b6c8c-c34f-44b7-bbe9-7033d6896964" providerId="ADAL" clId="{B7549096-4144-4379-B194-3677AD7A7123}" dt="2026-08-28T01:32:45.877" v="9"/>
          <ac:spMkLst>
            <pc:docMk/>
            <pc:sldMk cId="832808335" sldId="260"/>
            <ac:spMk id="14" creationId="{5FC0BC98-CD35-A09E-38E4-0CB6A6C9E9CF}"/>
          </ac:spMkLst>
        </pc:spChg>
        <pc:spChg chg="mod">
          <ac:chgData name="Alban KERLOCH" userId="683b6c8c-c34f-44b7-bbe9-7033d6896964" providerId="ADAL" clId="{B7549096-4144-4379-B194-3677AD7A7123}" dt="2026-08-28T01:33:15.251" v="10"/>
          <ac:spMkLst>
            <pc:docMk/>
            <pc:sldMk cId="832808335" sldId="260"/>
            <ac:spMk id="15" creationId="{74C91238-F9A0-878D-8FED-3CF20B9E13AD}"/>
          </ac:spMkLst>
        </pc:spChg>
        <pc:spChg chg="mod">
          <ac:chgData name="Alban KERLOCH" userId="683b6c8c-c34f-44b7-bbe9-7033d6896964" providerId="ADAL" clId="{B7549096-4144-4379-B194-3677AD7A7123}" dt="2026-08-28T01:33:18.514" v="11"/>
          <ac:spMkLst>
            <pc:docMk/>
            <pc:sldMk cId="832808335" sldId="260"/>
            <ac:spMk id="17" creationId="{6B1EC1D9-A98A-66DC-F082-F761195E976B}"/>
          </ac:spMkLst>
        </pc:spChg>
        <pc:spChg chg="mod">
          <ac:chgData name="Alban KERLOCH" userId="683b6c8c-c34f-44b7-bbe9-7033d6896964" providerId="ADAL" clId="{B7549096-4144-4379-B194-3677AD7A7123}" dt="2026-08-28T01:35:06.650" v="14"/>
          <ac:spMkLst>
            <pc:docMk/>
            <pc:sldMk cId="832808335" sldId="260"/>
            <ac:spMk id="23" creationId="{0363CE7F-7EAB-D46C-7B96-F7DF1EBB1FA7}"/>
          </ac:spMkLst>
        </pc:spChg>
        <pc:spChg chg="mod">
          <ac:chgData name="Alban KERLOCH" userId="683b6c8c-c34f-44b7-bbe9-7033d6896964" providerId="ADAL" clId="{B7549096-4144-4379-B194-3677AD7A7123}" dt="2026-08-28T01:35:13.343" v="15"/>
          <ac:spMkLst>
            <pc:docMk/>
            <pc:sldMk cId="832808335" sldId="260"/>
            <ac:spMk id="25" creationId="{B75FE036-3A1E-8CB0-19EB-ECFBED6CF0A0}"/>
          </ac:spMkLst>
        </pc:spChg>
        <pc:spChg chg="mod">
          <ac:chgData name="Alban KERLOCH" userId="683b6c8c-c34f-44b7-bbe9-7033d6896964" providerId="ADAL" clId="{B7549096-4144-4379-B194-3677AD7A7123}" dt="2026-08-28T01:35:16.621" v="16"/>
          <ac:spMkLst>
            <pc:docMk/>
            <pc:sldMk cId="832808335" sldId="260"/>
            <ac:spMk id="27" creationId="{5D0D5A53-F1D2-8149-DDE0-42C5447445DC}"/>
          </ac:spMkLst>
        </pc:spChg>
      </pc:sldChg>
      <pc:sldChg chg="modSp">
        <pc:chgData name="Alban KERLOCH" userId="683b6c8c-c34f-44b7-bbe9-7033d6896964" providerId="ADAL" clId="{B7549096-4144-4379-B194-3677AD7A7123}" dt="2026-08-28T01:30:18.153" v="3"/>
        <pc:sldMkLst>
          <pc:docMk/>
          <pc:sldMk cId="4160316954" sldId="261"/>
        </pc:sldMkLst>
        <pc:spChg chg="mod">
          <ac:chgData name="Alban KERLOCH" userId="683b6c8c-c34f-44b7-bbe9-7033d6896964" providerId="ADAL" clId="{B7549096-4144-4379-B194-3677AD7A7123}" dt="2026-08-28T01:30:18.153" v="3"/>
          <ac:spMkLst>
            <pc:docMk/>
            <pc:sldMk cId="4160316954" sldId="261"/>
            <ac:spMk id="3" creationId="{1F768062-74F3-D5EB-24A8-78244BFAB1C8}"/>
          </ac:spMkLst>
        </pc:spChg>
      </pc:sldChg>
      <pc:sldChg chg="modSp">
        <pc:chgData name="Alban KERLOCH" userId="683b6c8c-c34f-44b7-bbe9-7033d6896964" providerId="ADAL" clId="{B7549096-4144-4379-B194-3677AD7A7123}" dt="2026-08-28T02:00:32.240" v="72"/>
        <pc:sldMkLst>
          <pc:docMk/>
          <pc:sldMk cId="2638359861" sldId="262"/>
        </pc:sldMkLst>
        <pc:spChg chg="mod">
          <ac:chgData name="Alban KERLOCH" userId="683b6c8c-c34f-44b7-bbe9-7033d6896964" providerId="ADAL" clId="{B7549096-4144-4379-B194-3677AD7A7123}" dt="2026-08-28T01:37:37.514" v="17"/>
          <ac:spMkLst>
            <pc:docMk/>
            <pc:sldMk cId="2638359861" sldId="262"/>
            <ac:spMk id="70" creationId="{FE9F799E-9EDD-B280-98AF-E6B2787CBA53}"/>
          </ac:spMkLst>
        </pc:spChg>
        <pc:spChg chg="mod">
          <ac:chgData name="Alban KERLOCH" userId="683b6c8c-c34f-44b7-bbe9-7033d6896964" providerId="ADAL" clId="{B7549096-4144-4379-B194-3677AD7A7123}" dt="2026-08-28T01:52:41.241" v="53"/>
          <ac:spMkLst>
            <pc:docMk/>
            <pc:sldMk cId="2638359861" sldId="262"/>
            <ac:spMk id="71" creationId="{D202B41C-FC46-6883-0B13-8F4286EEF8C5}"/>
          </ac:spMkLst>
        </pc:spChg>
        <pc:spChg chg="mod">
          <ac:chgData name="Alban KERLOCH" userId="683b6c8c-c34f-44b7-bbe9-7033d6896964" providerId="ADAL" clId="{B7549096-4144-4379-B194-3677AD7A7123}" dt="2026-08-28T01:54:08.667" v="58"/>
          <ac:spMkLst>
            <pc:docMk/>
            <pc:sldMk cId="2638359861" sldId="262"/>
            <ac:spMk id="73" creationId="{CCB95B62-1745-C008-29C3-93DAED02AC20}"/>
          </ac:spMkLst>
        </pc:spChg>
        <pc:spChg chg="mod">
          <ac:chgData name="Alban KERLOCH" userId="683b6c8c-c34f-44b7-bbe9-7033d6896964" providerId="ADAL" clId="{B7549096-4144-4379-B194-3677AD7A7123}" dt="2026-08-28T01:53:43.743" v="57"/>
          <ac:spMkLst>
            <pc:docMk/>
            <pc:sldMk cId="2638359861" sldId="262"/>
            <ac:spMk id="74" creationId="{C7F4D7DA-3063-54BE-89F3-57940D60704A}"/>
          </ac:spMkLst>
        </pc:spChg>
        <pc:spChg chg="mod">
          <ac:chgData name="Alban KERLOCH" userId="683b6c8c-c34f-44b7-bbe9-7033d6896964" providerId="ADAL" clId="{B7549096-4144-4379-B194-3677AD7A7123}" dt="2026-08-28T01:52:35.303" v="52"/>
          <ac:spMkLst>
            <pc:docMk/>
            <pc:sldMk cId="2638359861" sldId="262"/>
            <ac:spMk id="75" creationId="{3FF62C68-A74A-F04D-21DB-10F55FAAB9BB}"/>
          </ac:spMkLst>
        </pc:spChg>
        <pc:spChg chg="mod">
          <ac:chgData name="Alban KERLOCH" userId="683b6c8c-c34f-44b7-bbe9-7033d6896964" providerId="ADAL" clId="{B7549096-4144-4379-B194-3677AD7A7123}" dt="2026-08-28T01:52:55.915" v="55"/>
          <ac:spMkLst>
            <pc:docMk/>
            <pc:sldMk cId="2638359861" sldId="262"/>
            <ac:spMk id="76" creationId="{87FD5E8B-1CF0-BF8E-4B4F-5605A2AF41F0}"/>
          </ac:spMkLst>
        </pc:spChg>
        <pc:spChg chg="mod">
          <ac:chgData name="Alban KERLOCH" userId="683b6c8c-c34f-44b7-bbe9-7033d6896964" providerId="ADAL" clId="{B7549096-4144-4379-B194-3677AD7A7123}" dt="2026-08-28T01:52:47.579" v="54"/>
          <ac:spMkLst>
            <pc:docMk/>
            <pc:sldMk cId="2638359861" sldId="262"/>
            <ac:spMk id="77" creationId="{78F31B63-9925-4EE5-07D0-E3953DF62592}"/>
          </ac:spMkLst>
        </pc:spChg>
        <pc:spChg chg="mod">
          <ac:chgData name="Alban KERLOCH" userId="683b6c8c-c34f-44b7-bbe9-7033d6896964" providerId="ADAL" clId="{B7549096-4144-4379-B194-3677AD7A7123}" dt="2026-08-28T01:53:26.141" v="56"/>
          <ac:spMkLst>
            <pc:docMk/>
            <pc:sldMk cId="2638359861" sldId="262"/>
            <ac:spMk id="79" creationId="{10AAD4AA-E1F4-8790-097D-38E2CE884081}"/>
          </ac:spMkLst>
        </pc:spChg>
        <pc:spChg chg="mod">
          <ac:chgData name="Alban KERLOCH" userId="683b6c8c-c34f-44b7-bbe9-7033d6896964" providerId="ADAL" clId="{B7549096-4144-4379-B194-3677AD7A7123}" dt="2026-08-28T01:54:16.098" v="59"/>
          <ac:spMkLst>
            <pc:docMk/>
            <pc:sldMk cId="2638359861" sldId="262"/>
            <ac:spMk id="88" creationId="{2EADCE6D-9FAC-2D8D-53F6-6D6CEC9E69DD}"/>
          </ac:spMkLst>
        </pc:spChg>
        <pc:spChg chg="mod">
          <ac:chgData name="Alban KERLOCH" userId="683b6c8c-c34f-44b7-bbe9-7033d6896964" providerId="ADAL" clId="{B7549096-4144-4379-B194-3677AD7A7123}" dt="2026-08-28T02:00:32.240" v="72"/>
          <ac:spMkLst>
            <pc:docMk/>
            <pc:sldMk cId="2638359861" sldId="262"/>
            <ac:spMk id="9022" creationId="{00000000-0000-0000-0000-000000000000}"/>
          </ac:spMkLst>
        </pc:spChg>
      </pc:sldChg>
      <pc:sldChg chg="modSp">
        <pc:chgData name="Alban KERLOCH" userId="683b6c8c-c34f-44b7-bbe9-7033d6896964" providerId="ADAL" clId="{B7549096-4144-4379-B194-3677AD7A7123}" dt="2026-08-28T01:37:41.377" v="18"/>
        <pc:sldMkLst>
          <pc:docMk/>
          <pc:sldMk cId="583932506" sldId="263"/>
        </pc:sldMkLst>
        <pc:spChg chg="mod">
          <ac:chgData name="Alban KERLOCH" userId="683b6c8c-c34f-44b7-bbe9-7033d6896964" providerId="ADAL" clId="{B7549096-4144-4379-B194-3677AD7A7123}" dt="2026-08-28T01:37:41.377" v="18"/>
          <ac:spMkLst>
            <pc:docMk/>
            <pc:sldMk cId="583932506" sldId="263"/>
            <ac:spMk id="37" creationId="{E1B34682-CB7C-3D8C-5D2E-0D6453142123}"/>
          </ac:spMkLst>
        </pc:spChg>
      </pc:sldChg>
      <pc:sldChg chg="modSp">
        <pc:chgData name="Alban KERLOCH" userId="683b6c8c-c34f-44b7-bbe9-7033d6896964" providerId="ADAL" clId="{B7549096-4144-4379-B194-3677AD7A7123}" dt="2026-08-28T01:39:01.575" v="22"/>
        <pc:sldMkLst>
          <pc:docMk/>
          <pc:sldMk cId="2763841430" sldId="264"/>
        </pc:sldMkLst>
        <pc:spChg chg="mod">
          <ac:chgData name="Alban KERLOCH" userId="683b6c8c-c34f-44b7-bbe9-7033d6896964" providerId="ADAL" clId="{B7549096-4144-4379-B194-3677AD7A7123}" dt="2026-08-28T01:39:01.575" v="22"/>
          <ac:spMkLst>
            <pc:docMk/>
            <pc:sldMk cId="2763841430" sldId="264"/>
            <ac:spMk id="7" creationId="{A2957C3D-4C73-CF4A-369A-BA08E51E56BF}"/>
          </ac:spMkLst>
        </pc:spChg>
        <pc:spChg chg="mod">
          <ac:chgData name="Alban KERLOCH" userId="683b6c8c-c34f-44b7-bbe9-7033d6896964" providerId="ADAL" clId="{B7549096-4144-4379-B194-3677AD7A7123}" dt="2026-08-28T01:37:47.174" v="19"/>
          <ac:spMkLst>
            <pc:docMk/>
            <pc:sldMk cId="2763841430" sldId="264"/>
            <ac:spMk id="8" creationId="{96891153-9372-E6E2-40B3-8FA9C20FFD7B}"/>
          </ac:spMkLst>
        </pc:spChg>
        <pc:spChg chg="mod">
          <ac:chgData name="Alban KERLOCH" userId="683b6c8c-c34f-44b7-bbe9-7033d6896964" providerId="ADAL" clId="{B7549096-4144-4379-B194-3677AD7A7123}" dt="2026-08-28T01:38:35.745" v="20"/>
          <ac:spMkLst>
            <pc:docMk/>
            <pc:sldMk cId="2763841430" sldId="264"/>
            <ac:spMk id="11" creationId="{5249658E-9C09-7CCB-DBC8-B5295EC97804}"/>
          </ac:spMkLst>
        </pc:spChg>
      </pc:sldChg>
      <pc:sldChg chg="modSp">
        <pc:chgData name="Alban KERLOCH" userId="683b6c8c-c34f-44b7-bbe9-7033d6896964" providerId="ADAL" clId="{B7549096-4144-4379-B194-3677AD7A7123}" dt="2026-08-28T01:59:20.596" v="69"/>
        <pc:sldMkLst>
          <pc:docMk/>
          <pc:sldMk cId="2097746673" sldId="265"/>
        </pc:sldMkLst>
        <pc:spChg chg="mod">
          <ac:chgData name="Alban KERLOCH" userId="683b6c8c-c34f-44b7-bbe9-7033d6896964" providerId="ADAL" clId="{B7549096-4144-4379-B194-3677AD7A7123}" dt="2026-08-28T01:39:19.711" v="23"/>
          <ac:spMkLst>
            <pc:docMk/>
            <pc:sldMk cId="2097746673" sldId="265"/>
            <ac:spMk id="2" creationId="{848E48FC-5CF8-B0E6-B06D-AF6FC857E888}"/>
          </ac:spMkLst>
        </pc:spChg>
        <pc:spChg chg="mod">
          <ac:chgData name="Alban KERLOCH" userId="683b6c8c-c34f-44b7-bbe9-7033d6896964" providerId="ADAL" clId="{B7549096-4144-4379-B194-3677AD7A7123}" dt="2026-08-28T01:55:41.973" v="61"/>
          <ac:spMkLst>
            <pc:docMk/>
            <pc:sldMk cId="2097746673" sldId="265"/>
            <ac:spMk id="3" creationId="{6687110F-3531-B900-7880-B1294EBCDBEC}"/>
          </ac:spMkLst>
        </pc:spChg>
        <pc:spChg chg="mod">
          <ac:chgData name="Alban KERLOCH" userId="683b6c8c-c34f-44b7-bbe9-7033d6896964" providerId="ADAL" clId="{B7549096-4144-4379-B194-3677AD7A7123}" dt="2026-08-28T01:55:33.127" v="60"/>
          <ac:spMkLst>
            <pc:docMk/>
            <pc:sldMk cId="2097746673" sldId="265"/>
            <ac:spMk id="4" creationId="{EC26806D-37AE-5087-DD2F-83DF5A2FE069}"/>
          </ac:spMkLst>
        </pc:spChg>
        <pc:spChg chg="mod">
          <ac:chgData name="Alban KERLOCH" userId="683b6c8c-c34f-44b7-bbe9-7033d6896964" providerId="ADAL" clId="{B7549096-4144-4379-B194-3677AD7A7123}" dt="2026-08-28T01:55:49.859" v="63"/>
          <ac:spMkLst>
            <pc:docMk/>
            <pc:sldMk cId="2097746673" sldId="265"/>
            <ac:spMk id="5" creationId="{A898A8F4-CB27-CF12-0221-5386A7AD952A}"/>
          </ac:spMkLst>
        </pc:spChg>
        <pc:spChg chg="mod">
          <ac:chgData name="Alban KERLOCH" userId="683b6c8c-c34f-44b7-bbe9-7033d6896964" providerId="ADAL" clId="{B7549096-4144-4379-B194-3677AD7A7123}" dt="2026-08-28T01:55:47.981" v="62"/>
          <ac:spMkLst>
            <pc:docMk/>
            <pc:sldMk cId="2097746673" sldId="265"/>
            <ac:spMk id="6" creationId="{4C1147BD-1227-313A-3854-3AB322C1D35D}"/>
          </ac:spMkLst>
        </pc:spChg>
        <pc:spChg chg="mod">
          <ac:chgData name="Alban KERLOCH" userId="683b6c8c-c34f-44b7-bbe9-7033d6896964" providerId="ADAL" clId="{B7549096-4144-4379-B194-3677AD7A7123}" dt="2026-08-28T01:56:00.605" v="65"/>
          <ac:spMkLst>
            <pc:docMk/>
            <pc:sldMk cId="2097746673" sldId="265"/>
            <ac:spMk id="7" creationId="{A089EC76-2671-F9C6-FF2F-276C778E0322}"/>
          </ac:spMkLst>
        </pc:spChg>
        <pc:spChg chg="mod">
          <ac:chgData name="Alban KERLOCH" userId="683b6c8c-c34f-44b7-bbe9-7033d6896964" providerId="ADAL" clId="{B7549096-4144-4379-B194-3677AD7A7123}" dt="2026-08-28T01:55:57.967" v="64"/>
          <ac:spMkLst>
            <pc:docMk/>
            <pc:sldMk cId="2097746673" sldId="265"/>
            <ac:spMk id="8" creationId="{338AF21E-4624-DA3B-15D8-6110D4586673}"/>
          </ac:spMkLst>
        </pc:spChg>
        <pc:spChg chg="mod">
          <ac:chgData name="Alban KERLOCH" userId="683b6c8c-c34f-44b7-bbe9-7033d6896964" providerId="ADAL" clId="{B7549096-4144-4379-B194-3677AD7A7123}" dt="2026-08-28T01:56:07.776" v="67"/>
          <ac:spMkLst>
            <pc:docMk/>
            <pc:sldMk cId="2097746673" sldId="265"/>
            <ac:spMk id="9" creationId="{F908FFC5-571D-D941-0971-E85245B24BB6}"/>
          </ac:spMkLst>
        </pc:spChg>
        <pc:spChg chg="mod">
          <ac:chgData name="Alban KERLOCH" userId="683b6c8c-c34f-44b7-bbe9-7033d6896964" providerId="ADAL" clId="{B7549096-4144-4379-B194-3677AD7A7123}" dt="2026-08-28T01:56:05.656" v="66"/>
          <ac:spMkLst>
            <pc:docMk/>
            <pc:sldMk cId="2097746673" sldId="265"/>
            <ac:spMk id="10" creationId="{BAB4C48F-EB75-6807-64B6-398EE076FD39}"/>
          </ac:spMkLst>
        </pc:spChg>
        <pc:spChg chg="mod">
          <ac:chgData name="Alban KERLOCH" userId="683b6c8c-c34f-44b7-bbe9-7033d6896964" providerId="ADAL" clId="{B7549096-4144-4379-B194-3677AD7A7123}" dt="2026-08-28T01:59:20.596" v="69"/>
          <ac:spMkLst>
            <pc:docMk/>
            <pc:sldMk cId="2097746673" sldId="265"/>
            <ac:spMk id="11" creationId="{290CEEF2-9B6B-596E-9ECF-DA451D1DA34F}"/>
          </ac:spMkLst>
        </pc:spChg>
        <pc:spChg chg="mod">
          <ac:chgData name="Alban KERLOCH" userId="683b6c8c-c34f-44b7-bbe9-7033d6896964" providerId="ADAL" clId="{B7549096-4144-4379-B194-3677AD7A7123}" dt="2026-08-28T01:57:48.324" v="68"/>
          <ac:spMkLst>
            <pc:docMk/>
            <pc:sldMk cId="2097746673" sldId="265"/>
            <ac:spMk id="29" creationId="{71052B29-AAF8-0B73-3057-A44ED2CB3B84}"/>
          </ac:spMkLst>
        </pc:spChg>
      </pc:sldChg>
      <pc:sldChg chg="modSp">
        <pc:chgData name="Alban KERLOCH" userId="683b6c8c-c34f-44b7-bbe9-7033d6896964" providerId="ADAL" clId="{B7549096-4144-4379-B194-3677AD7A7123}" dt="2026-08-28T01:39:25.364" v="24"/>
        <pc:sldMkLst>
          <pc:docMk/>
          <pc:sldMk cId="814873300" sldId="266"/>
        </pc:sldMkLst>
        <pc:spChg chg="mod">
          <ac:chgData name="Alban KERLOCH" userId="683b6c8c-c34f-44b7-bbe9-7033d6896964" providerId="ADAL" clId="{B7549096-4144-4379-B194-3677AD7A7123}" dt="2026-08-28T01:39:25.364" v="24"/>
          <ac:spMkLst>
            <pc:docMk/>
            <pc:sldMk cId="814873300" sldId="266"/>
            <ac:spMk id="6" creationId="{7E507300-C242-E23A-1C2B-2ED665F05A2C}"/>
          </ac:spMkLst>
        </pc:spChg>
      </pc:sldChg>
      <pc:sldChg chg="modSp">
        <pc:chgData name="Alban KERLOCH" userId="683b6c8c-c34f-44b7-bbe9-7033d6896964" providerId="ADAL" clId="{B7549096-4144-4379-B194-3677AD7A7123}" dt="2026-08-28T01:30:39.882" v="4"/>
        <pc:sldMkLst>
          <pc:docMk/>
          <pc:sldMk cId="4160316954" sldId="267"/>
        </pc:sldMkLst>
        <pc:spChg chg="mod">
          <ac:chgData name="Alban KERLOCH" userId="683b6c8c-c34f-44b7-bbe9-7033d6896964" providerId="ADAL" clId="{B7549096-4144-4379-B194-3677AD7A7123}" dt="2026-08-28T01:30:39.882" v="4"/>
          <ac:spMkLst>
            <pc:docMk/>
            <pc:sldMk cId="4160316954" sldId="267"/>
            <ac:spMk id="3" creationId="{1F768062-74F3-D5EB-24A8-78244BFAB1C8}"/>
          </ac:spMkLst>
        </pc:spChg>
      </pc:sldChg>
      <pc:sldChg chg="modSp">
        <pc:chgData name="Alban KERLOCH" userId="683b6c8c-c34f-44b7-bbe9-7033d6896964" providerId="ADAL" clId="{B7549096-4144-4379-B194-3677AD7A7123}" dt="2026-08-28T01:59:56.646" v="71"/>
        <pc:sldMkLst>
          <pc:docMk/>
          <pc:sldMk cId="3984441837" sldId="268"/>
        </pc:sldMkLst>
        <pc:spChg chg="mod">
          <ac:chgData name="Alban KERLOCH" userId="683b6c8c-c34f-44b7-bbe9-7033d6896964" providerId="ADAL" clId="{B7549096-4144-4379-B194-3677AD7A7123}" dt="2026-08-28T01:40:02.821" v="25"/>
          <ac:spMkLst>
            <pc:docMk/>
            <pc:sldMk cId="3984441837" sldId="268"/>
            <ac:spMk id="70" creationId="{B58CCF51-BD12-B168-57B6-5639444B1C6A}"/>
          </ac:spMkLst>
        </pc:spChg>
        <pc:spChg chg="mod">
          <ac:chgData name="Alban KERLOCH" userId="683b6c8c-c34f-44b7-bbe9-7033d6896964" providerId="ADAL" clId="{B7549096-4144-4379-B194-3677AD7A7123}" dt="2026-08-28T01:59:56.646" v="71"/>
          <ac:spMkLst>
            <pc:docMk/>
            <pc:sldMk cId="3984441837" sldId="268"/>
            <ac:spMk id="78" creationId="{38E03E70-70F1-2E37-1520-DFA4863D50B1}"/>
          </ac:spMkLst>
        </pc:spChg>
        <pc:spChg chg="mod">
          <ac:chgData name="Alban KERLOCH" userId="683b6c8c-c34f-44b7-bbe9-7033d6896964" providerId="ADAL" clId="{B7549096-4144-4379-B194-3677AD7A7123}" dt="2026-08-28T01:59:54.200" v="70"/>
          <ac:spMkLst>
            <pc:docMk/>
            <pc:sldMk cId="3984441837" sldId="268"/>
            <ac:spMk id="79" creationId="{BB0A8C8E-09D2-105C-CFBC-4FFF981A67FD}"/>
          </ac:spMkLst>
        </pc:spChg>
      </pc:sldChg>
      <pc:sldChg chg="modSp">
        <pc:chgData name="Alban KERLOCH" userId="683b6c8c-c34f-44b7-bbe9-7033d6896964" providerId="ADAL" clId="{B7549096-4144-4379-B194-3677AD7A7123}" dt="2026-08-28T01:40:07.728" v="26"/>
        <pc:sldMkLst>
          <pc:docMk/>
          <pc:sldMk cId="2830167798" sldId="269"/>
        </pc:sldMkLst>
        <pc:spChg chg="mod">
          <ac:chgData name="Alban KERLOCH" userId="683b6c8c-c34f-44b7-bbe9-7033d6896964" providerId="ADAL" clId="{B7549096-4144-4379-B194-3677AD7A7123}" dt="2026-08-28T01:40:07.728" v="26"/>
          <ac:spMkLst>
            <pc:docMk/>
            <pc:sldMk cId="2830167798" sldId="269"/>
            <ac:spMk id="2" creationId="{12CBB484-8D0C-6B63-28B3-4685F71B2A89}"/>
          </ac:spMkLst>
        </pc:spChg>
      </pc:sldChg>
      <pc:sldChg chg="modSp">
        <pc:chgData name="Alban KERLOCH" userId="683b6c8c-c34f-44b7-bbe9-7033d6896964" providerId="ADAL" clId="{B7549096-4144-4379-B194-3677AD7A7123}" dt="2026-08-28T01:40:11.783" v="27"/>
        <pc:sldMkLst>
          <pc:docMk/>
          <pc:sldMk cId="3904280389" sldId="270"/>
        </pc:sldMkLst>
        <pc:spChg chg="mod">
          <ac:chgData name="Alban KERLOCH" userId="683b6c8c-c34f-44b7-bbe9-7033d6896964" providerId="ADAL" clId="{B7549096-4144-4379-B194-3677AD7A7123}" dt="2026-08-28T01:40:11.783" v="27"/>
          <ac:spMkLst>
            <pc:docMk/>
            <pc:sldMk cId="3904280389" sldId="270"/>
            <ac:spMk id="13" creationId="{53431155-9B4A-9DC1-6BDC-7B2E1AF52738}"/>
          </ac:spMkLst>
        </pc:spChg>
      </pc:sldChg>
      <pc:sldChg chg="modSp ord">
        <pc:chgData name="Alban KERLOCH" userId="683b6c8c-c34f-44b7-bbe9-7033d6896964" providerId="ADAL" clId="{B7549096-4144-4379-B194-3677AD7A7123}" dt="2026-08-28T02:03:20.570" v="77"/>
        <pc:sldMkLst>
          <pc:docMk/>
          <pc:sldMk cId="1234359062" sldId="271"/>
        </pc:sldMkLst>
        <pc:spChg chg="mod">
          <ac:chgData name="Alban KERLOCH" userId="683b6c8c-c34f-44b7-bbe9-7033d6896964" providerId="ADAL" clId="{B7549096-4144-4379-B194-3677AD7A7123}" dt="2026-08-28T01:40:17.371" v="28"/>
          <ac:spMkLst>
            <pc:docMk/>
            <pc:sldMk cId="1234359062" sldId="271"/>
            <ac:spMk id="20" creationId="{A564ED45-42C1-8619-D715-46600C204125}"/>
          </ac:spMkLst>
        </pc:spChg>
        <pc:spChg chg="mod">
          <ac:chgData name="Alban KERLOCH" userId="683b6c8c-c34f-44b7-bbe9-7033d6896964" providerId="ADAL" clId="{B7549096-4144-4379-B194-3677AD7A7123}" dt="2026-08-28T02:01:33.470" v="73"/>
          <ac:spMkLst>
            <pc:docMk/>
            <pc:sldMk cId="1234359062" sldId="271"/>
            <ac:spMk id="25" creationId="{FA819F99-51A0-79A4-B436-CD0436054EE7}"/>
          </ac:spMkLst>
        </pc:spChg>
        <pc:spChg chg="mod">
          <ac:chgData name="Alban KERLOCH" userId="683b6c8c-c34f-44b7-bbe9-7033d6896964" providerId="ADAL" clId="{B7549096-4144-4379-B194-3677AD7A7123}" dt="2026-08-28T02:01:51.718" v="74"/>
          <ac:spMkLst>
            <pc:docMk/>
            <pc:sldMk cId="1234359062" sldId="271"/>
            <ac:spMk id="26" creationId="{5760EE3E-424E-D91F-0D3B-F26AE6814EC0}"/>
          </ac:spMkLst>
        </pc:spChg>
        <pc:spChg chg="mod">
          <ac:chgData name="Alban KERLOCH" userId="683b6c8c-c34f-44b7-bbe9-7033d6896964" providerId="ADAL" clId="{B7549096-4144-4379-B194-3677AD7A7123}" dt="2026-08-28T02:01:57.763" v="75"/>
          <ac:spMkLst>
            <pc:docMk/>
            <pc:sldMk cId="1234359062" sldId="271"/>
            <ac:spMk id="27" creationId="{CD41EEDB-7184-4AEB-4570-2F39C6692466}"/>
          </ac:spMkLst>
        </pc:spChg>
        <pc:spChg chg="mod">
          <ac:chgData name="Alban KERLOCH" userId="683b6c8c-c34f-44b7-bbe9-7033d6896964" providerId="ADAL" clId="{B7549096-4144-4379-B194-3677AD7A7123}" dt="2026-08-28T02:02:06.056" v="76"/>
          <ac:spMkLst>
            <pc:docMk/>
            <pc:sldMk cId="1234359062" sldId="271"/>
            <ac:spMk id="28" creationId="{1481189F-3FDD-A1B1-FA70-733BBFAB9DD3}"/>
          </ac:spMkLst>
        </pc:spChg>
      </pc:sldChg>
      <pc:sldChg chg="modSp">
        <pc:chgData name="Alban KERLOCH" userId="683b6c8c-c34f-44b7-bbe9-7033d6896964" providerId="ADAL" clId="{B7549096-4144-4379-B194-3677AD7A7123}" dt="2026-08-28T01:30:54.238" v="5"/>
        <pc:sldMkLst>
          <pc:docMk/>
          <pc:sldMk cId="4160316954" sldId="272"/>
        </pc:sldMkLst>
        <pc:spChg chg="mod">
          <ac:chgData name="Alban KERLOCH" userId="683b6c8c-c34f-44b7-bbe9-7033d6896964" providerId="ADAL" clId="{B7549096-4144-4379-B194-3677AD7A7123}" dt="2026-08-28T01:30:54.238" v="5"/>
          <ac:spMkLst>
            <pc:docMk/>
            <pc:sldMk cId="4160316954" sldId="272"/>
            <ac:spMk id="3" creationId="{1F768062-74F3-D5EB-24A8-78244BFAB1C8}"/>
          </ac:spMkLst>
        </pc:spChg>
      </pc:sldChg>
      <pc:sldChg chg="modSp">
        <pc:chgData name="Alban KERLOCH" userId="683b6c8c-c34f-44b7-bbe9-7033d6896964" providerId="ADAL" clId="{B7549096-4144-4379-B194-3677AD7A7123}" dt="2026-08-28T02:03:44.392" v="80"/>
        <pc:sldMkLst>
          <pc:docMk/>
          <pc:sldMk cId="2963244034" sldId="273"/>
        </pc:sldMkLst>
        <pc:spChg chg="mod">
          <ac:chgData name="Alban KERLOCH" userId="683b6c8c-c34f-44b7-bbe9-7033d6896964" providerId="ADAL" clId="{B7549096-4144-4379-B194-3677AD7A7123}" dt="2026-08-28T01:40:37.345" v="29"/>
          <ac:spMkLst>
            <pc:docMk/>
            <pc:sldMk cId="2963244034" sldId="273"/>
            <ac:spMk id="2" creationId="{70087CB3-7463-F61D-7B26-022D4F94056C}"/>
          </ac:spMkLst>
        </pc:spChg>
        <pc:spChg chg="mod">
          <ac:chgData name="Alban KERLOCH" userId="683b6c8c-c34f-44b7-bbe9-7033d6896964" providerId="ADAL" clId="{B7549096-4144-4379-B194-3677AD7A7123}" dt="2026-08-28T02:03:44.392" v="80"/>
          <ac:spMkLst>
            <pc:docMk/>
            <pc:sldMk cId="2963244034" sldId="273"/>
            <ac:spMk id="6" creationId="{D0D5F14B-17B8-30B5-9538-93588EB8F887}"/>
          </ac:spMkLst>
        </pc:spChg>
        <pc:spChg chg="mod">
          <ac:chgData name="Alban KERLOCH" userId="683b6c8c-c34f-44b7-bbe9-7033d6896964" providerId="ADAL" clId="{B7549096-4144-4379-B194-3677AD7A7123}" dt="2026-08-28T02:03:31.604" v="78"/>
          <ac:spMkLst>
            <pc:docMk/>
            <pc:sldMk cId="2963244034" sldId="273"/>
            <ac:spMk id="7" creationId="{C74DB859-7742-D395-F634-1BD7E710341F}"/>
          </ac:spMkLst>
        </pc:spChg>
      </pc:sldChg>
      <pc:sldChg chg="modSp">
        <pc:chgData name="Alban KERLOCH" userId="683b6c8c-c34f-44b7-bbe9-7033d6896964" providerId="ADAL" clId="{B7549096-4144-4379-B194-3677AD7A7123}" dt="2026-08-28T02:04:30.066" v="82"/>
        <pc:sldMkLst>
          <pc:docMk/>
          <pc:sldMk cId="3257117650" sldId="274"/>
        </pc:sldMkLst>
        <pc:spChg chg="mod">
          <ac:chgData name="Alban KERLOCH" userId="683b6c8c-c34f-44b7-bbe9-7033d6896964" providerId="ADAL" clId="{B7549096-4144-4379-B194-3677AD7A7123}" dt="2026-08-28T01:40:43.371" v="30"/>
          <ac:spMkLst>
            <pc:docMk/>
            <pc:sldMk cId="3257117650" sldId="274"/>
            <ac:spMk id="2" creationId="{66D6FDFA-3AD9-FE9B-7239-9C542F6214E4}"/>
          </ac:spMkLst>
        </pc:spChg>
        <pc:spChg chg="mod">
          <ac:chgData name="Alban KERLOCH" userId="683b6c8c-c34f-44b7-bbe9-7033d6896964" providerId="ADAL" clId="{B7549096-4144-4379-B194-3677AD7A7123}" dt="2026-08-28T02:04:30.066" v="82"/>
          <ac:spMkLst>
            <pc:docMk/>
            <pc:sldMk cId="3257117650" sldId="274"/>
            <ac:spMk id="9" creationId="{844ABD1A-165E-9132-3687-CD20F091C408}"/>
          </ac:spMkLst>
        </pc:spChg>
        <pc:spChg chg="mod">
          <ac:chgData name="Alban KERLOCH" userId="683b6c8c-c34f-44b7-bbe9-7033d6896964" providerId="ADAL" clId="{B7549096-4144-4379-B194-3677AD7A7123}" dt="2026-08-28T02:04:26.685" v="81"/>
          <ac:spMkLst>
            <pc:docMk/>
            <pc:sldMk cId="3257117650" sldId="274"/>
            <ac:spMk id="10" creationId="{6D8CC44B-2A1D-7DEF-6644-116142FB9B17}"/>
          </ac:spMkLst>
        </pc:spChg>
      </pc:sldChg>
      <pc:sldChg chg="modSp">
        <pc:chgData name="Alban KERLOCH" userId="683b6c8c-c34f-44b7-bbe9-7033d6896964" providerId="ADAL" clId="{B7549096-4144-4379-B194-3677AD7A7123}" dt="2026-08-28T01:31:39.865" v="6"/>
        <pc:sldMkLst>
          <pc:docMk/>
          <pc:sldMk cId="4160316954" sldId="275"/>
        </pc:sldMkLst>
        <pc:spChg chg="mod">
          <ac:chgData name="Alban KERLOCH" userId="683b6c8c-c34f-44b7-bbe9-7033d6896964" providerId="ADAL" clId="{B7549096-4144-4379-B194-3677AD7A7123}" dt="2026-08-28T01:31:39.865" v="6"/>
          <ac:spMkLst>
            <pc:docMk/>
            <pc:sldMk cId="4160316954" sldId="275"/>
            <ac:spMk id="3" creationId="{1F768062-74F3-D5EB-24A8-78244BFAB1C8}"/>
          </ac:spMkLst>
        </pc:spChg>
      </pc:sldChg>
      <pc:sldChg chg="modSp ord">
        <pc:chgData name="Alban KERLOCH" userId="683b6c8c-c34f-44b7-bbe9-7033d6896964" providerId="ADAL" clId="{B7549096-4144-4379-B194-3677AD7A7123}" dt="2026-08-28T01:51:05.867" v="51"/>
        <pc:sldMkLst>
          <pc:docMk/>
          <pc:sldMk cId="2476742205" sldId="276"/>
        </pc:sldMkLst>
        <pc:spChg chg="mod">
          <ac:chgData name="Alban KERLOCH" userId="683b6c8c-c34f-44b7-bbe9-7033d6896964" providerId="ADAL" clId="{B7549096-4144-4379-B194-3677AD7A7123}" dt="2026-08-28T01:40:56.458" v="31"/>
          <ac:spMkLst>
            <pc:docMk/>
            <pc:sldMk cId="2476742205" sldId="276"/>
            <ac:spMk id="13" creationId="{592BE01B-897C-9234-165E-51B7AFC179C9}"/>
          </ac:spMkLst>
        </pc:spChg>
        <pc:spChg chg="mod">
          <ac:chgData name="Alban KERLOCH" userId="683b6c8c-c34f-44b7-bbe9-7033d6896964" providerId="ADAL" clId="{B7549096-4144-4379-B194-3677AD7A7123}" dt="2026-08-28T01:51:05.867" v="51"/>
          <ac:spMkLst>
            <pc:docMk/>
            <pc:sldMk cId="2476742205" sldId="276"/>
            <ac:spMk id="20" creationId="{7FECB9D8-3E74-71D5-4757-5BDCACE1BDCF}"/>
          </ac:spMkLst>
        </pc:spChg>
        <pc:spChg chg="mod">
          <ac:chgData name="Alban KERLOCH" userId="683b6c8c-c34f-44b7-bbe9-7033d6896964" providerId="ADAL" clId="{B7549096-4144-4379-B194-3677AD7A7123}" dt="2026-08-28T01:50:10.336" v="50"/>
          <ac:spMkLst>
            <pc:docMk/>
            <pc:sldMk cId="2476742205" sldId="276"/>
            <ac:spMk id="23" creationId="{59DC6682-747A-9196-BD77-573DDA7E92A8}"/>
          </ac:spMkLst>
        </pc:spChg>
      </pc:sldChg>
      <pc:sldChg chg="modSp">
        <pc:chgData name="Alban KERLOCH" userId="683b6c8c-c34f-44b7-bbe9-7033d6896964" providerId="ADAL" clId="{B7549096-4144-4379-B194-3677AD7A7123}" dt="2026-08-28T01:47:26.287" v="47"/>
        <pc:sldMkLst>
          <pc:docMk/>
          <pc:sldMk cId="2145316525" sldId="277"/>
        </pc:sldMkLst>
        <pc:spChg chg="mod">
          <ac:chgData name="Alban KERLOCH" userId="683b6c8c-c34f-44b7-bbe9-7033d6896964" providerId="ADAL" clId="{B7549096-4144-4379-B194-3677AD7A7123}" dt="2026-08-28T01:47:26.287" v="47"/>
          <ac:spMkLst>
            <pc:docMk/>
            <pc:sldMk cId="2145316525" sldId="277"/>
            <ac:spMk id="11" creationId="{430E7CC9-910B-03C3-BD2D-82F9E965ED0E}"/>
          </ac:spMkLst>
        </pc:spChg>
        <pc:spChg chg="mod">
          <ac:chgData name="Alban KERLOCH" userId="683b6c8c-c34f-44b7-bbe9-7033d6896964" providerId="ADAL" clId="{B7549096-4144-4379-B194-3677AD7A7123}" dt="2026-08-28T01:40:59.305" v="32"/>
          <ac:spMkLst>
            <pc:docMk/>
            <pc:sldMk cId="2145316525" sldId="277"/>
            <ac:spMk id="12" creationId="{CFE79C67-D805-ADEF-5177-7CE3429B158E}"/>
          </ac:spMkLst>
        </pc:spChg>
        <pc:spChg chg="mod">
          <ac:chgData name="Alban KERLOCH" userId="683b6c8c-c34f-44b7-bbe9-7033d6896964" providerId="ADAL" clId="{B7549096-4144-4379-B194-3677AD7A7123}" dt="2026-08-28T01:45:25.663" v="38"/>
          <ac:spMkLst>
            <pc:docMk/>
            <pc:sldMk cId="2145316525" sldId="277"/>
            <ac:spMk id="13" creationId="{F499FF41-11F7-3DD7-EE19-FF89CFE94A4B}"/>
          </ac:spMkLst>
        </pc:spChg>
        <pc:spChg chg="mod">
          <ac:chgData name="Alban KERLOCH" userId="683b6c8c-c34f-44b7-bbe9-7033d6896964" providerId="ADAL" clId="{B7549096-4144-4379-B194-3677AD7A7123}" dt="2026-08-28T01:45:23.352" v="37"/>
          <ac:spMkLst>
            <pc:docMk/>
            <pc:sldMk cId="2145316525" sldId="277"/>
            <ac:spMk id="14" creationId="{A759D3C8-2196-2265-81BC-0B6E39F91676}"/>
          </ac:spMkLst>
        </pc:spChg>
        <pc:spChg chg="mod">
          <ac:chgData name="Alban KERLOCH" userId="683b6c8c-c34f-44b7-bbe9-7033d6896964" providerId="ADAL" clId="{B7549096-4144-4379-B194-3677AD7A7123}" dt="2026-08-28T01:46:01.041" v="41"/>
          <ac:spMkLst>
            <pc:docMk/>
            <pc:sldMk cId="2145316525" sldId="277"/>
            <ac:spMk id="20" creationId="{3E3410D7-7975-63DF-9C2A-150E1C3DAF27}"/>
          </ac:spMkLst>
        </pc:spChg>
        <pc:spChg chg="mod">
          <ac:chgData name="Alban KERLOCH" userId="683b6c8c-c34f-44b7-bbe9-7033d6896964" providerId="ADAL" clId="{B7549096-4144-4379-B194-3677AD7A7123}" dt="2026-08-28T01:47:10.277" v="45"/>
          <ac:spMkLst>
            <pc:docMk/>
            <pc:sldMk cId="2145316525" sldId="277"/>
            <ac:spMk id="21" creationId="{AABD49DB-2AEA-16AE-695F-379F07531947}"/>
          </ac:spMkLst>
        </pc:spChg>
        <pc:spChg chg="mod">
          <ac:chgData name="Alban KERLOCH" userId="683b6c8c-c34f-44b7-bbe9-7033d6896964" providerId="ADAL" clId="{B7549096-4144-4379-B194-3677AD7A7123}" dt="2026-08-28T01:45:47.232" v="39"/>
          <ac:spMkLst>
            <pc:docMk/>
            <pc:sldMk cId="2145316525" sldId="277"/>
            <ac:spMk id="22" creationId="{40218C23-F7FB-61BD-91EC-E1E0FF490A35}"/>
          </ac:spMkLst>
        </pc:spChg>
        <pc:spChg chg="mod">
          <ac:chgData name="Alban KERLOCH" userId="683b6c8c-c34f-44b7-bbe9-7033d6896964" providerId="ADAL" clId="{B7549096-4144-4379-B194-3677AD7A7123}" dt="2026-08-28T01:46:06.570" v="42"/>
          <ac:spMkLst>
            <pc:docMk/>
            <pc:sldMk cId="2145316525" sldId="277"/>
            <ac:spMk id="23" creationId="{2354EA85-960D-AC79-6CAD-DB92E0E44115}"/>
          </ac:spMkLst>
        </pc:spChg>
        <pc:spChg chg="mod">
          <ac:chgData name="Alban KERLOCH" userId="683b6c8c-c34f-44b7-bbe9-7033d6896964" providerId="ADAL" clId="{B7549096-4144-4379-B194-3677AD7A7123}" dt="2026-08-28T01:45:53.383" v="40"/>
          <ac:spMkLst>
            <pc:docMk/>
            <pc:sldMk cId="2145316525" sldId="277"/>
            <ac:spMk id="24" creationId="{74EA87D8-92F0-2363-F9D0-32510760DF98}"/>
          </ac:spMkLst>
        </pc:spChg>
      </pc:sldChg>
      <pc:sldChg chg="modSp">
        <pc:chgData name="Alban KERLOCH" userId="683b6c8c-c34f-44b7-bbe9-7033d6896964" providerId="ADAL" clId="{B7549096-4144-4379-B194-3677AD7A7123}" dt="2026-08-28T01:41:02.835" v="33"/>
        <pc:sldMkLst>
          <pc:docMk/>
          <pc:sldMk cId="1952090092" sldId="278"/>
        </pc:sldMkLst>
        <pc:spChg chg="mod">
          <ac:chgData name="Alban KERLOCH" userId="683b6c8c-c34f-44b7-bbe9-7033d6896964" providerId="ADAL" clId="{B7549096-4144-4379-B194-3677AD7A7123}" dt="2026-08-28T01:41:02.835" v="33"/>
          <ac:spMkLst>
            <pc:docMk/>
            <pc:sldMk cId="1952090092" sldId="278"/>
            <ac:spMk id="4" creationId="{24AE65CA-C621-41E1-F70B-E23C7D5298F9}"/>
          </ac:spMkLst>
        </pc:spChg>
      </pc:sldChg>
      <pc:sldChg chg="modSp">
        <pc:chgData name="Alban KERLOCH" userId="683b6c8c-c34f-44b7-bbe9-7033d6896964" providerId="ADAL" clId="{B7549096-4144-4379-B194-3677AD7A7123}" dt="2026-08-28T01:41:06.033" v="34"/>
        <pc:sldMkLst>
          <pc:docMk/>
          <pc:sldMk cId="4260887912" sldId="279"/>
        </pc:sldMkLst>
        <pc:spChg chg="mod">
          <ac:chgData name="Alban KERLOCH" userId="683b6c8c-c34f-44b7-bbe9-7033d6896964" providerId="ADAL" clId="{B7549096-4144-4379-B194-3677AD7A7123}" dt="2026-08-28T01:41:06.033" v="34"/>
          <ac:spMkLst>
            <pc:docMk/>
            <pc:sldMk cId="4260887912" sldId="279"/>
            <ac:spMk id="5" creationId="{3FF5B675-70E5-AC87-0780-85F6D25E49F9}"/>
          </ac:spMkLst>
        </pc:spChg>
      </pc:sldChg>
      <pc:sldChg chg="ord">
        <pc:chgData name="Alban KERLOCH" userId="683b6c8c-c34f-44b7-bbe9-7033d6896964" providerId="ADAL" clId="{B7549096-4144-4379-B194-3677AD7A7123}" dt="2026-08-28T01:41:22.559" v="36"/>
        <pc:sldMkLst>
          <pc:docMk/>
          <pc:sldMk cId="0" sldId="28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EE4D3E88-3E39-B1FD-FEB7-6534201F6B5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8A64226-8D4A-E8BF-0745-420CDAA521D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2C6A80-16AE-7B4B-819C-6F8B36EE9B97}" type="datetimeFigureOut">
              <a:rPr lang="fr-FR" smtClean="0"/>
              <a:t>28/08/2026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D74E0EC-4D57-032A-0AC3-C0D19236428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7024AF8-C9E5-21ED-CA38-00F36E57681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F813AE-A25D-4542-A7B2-B208E3F4CC9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38904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E4FD7D-4BFE-C34A-9660-022C427800EC}" type="datetimeFigureOut">
              <a:rPr lang="fr-FR" smtClean="0"/>
              <a:t>28/08/2026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9CCC2D-E895-744E-BC3A-03F6C18AEFC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30018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CCC2D-E895-744E-BC3A-03F6C18AEFC4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4802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B5E8C-FC4E-C2D9-C836-BCE7FAA31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4EA651D-93E7-F3DD-2811-BB412E7198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21196E4-33F5-C602-49E6-A153BE09D4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A80B65B-FA4F-6DAB-7D9B-BD2E2F1285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CCC2D-E895-744E-BC3A-03F6C18AEFC4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1652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CCC2D-E895-744E-BC3A-03F6C18AEFC4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39747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3" Type="http://schemas.openxmlformats.org/officeDocument/2006/relationships/image" Target="../media/image15.png"/><Relationship Id="rId7" Type="http://schemas.openxmlformats.org/officeDocument/2006/relationships/image" Target="../media/image19.jpe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jpeg"/><Relationship Id="rId9" Type="http://schemas.openxmlformats.org/officeDocument/2006/relationships/image" Target="../media/image21.jpe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2.png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7.sv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5.svg"/><Relationship Id="rId4" Type="http://schemas.openxmlformats.org/officeDocument/2006/relationships/image" Target="../media/image36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sv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sv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image" Target="../media/image47.emf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v P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rcle">
            <a:extLst>
              <a:ext uri="{FF2B5EF4-FFF2-40B4-BE49-F238E27FC236}">
                <a16:creationId xmlns:a16="http://schemas.microsoft.com/office/drawing/2014/main" id="{EC13E86B-C064-8EB1-BE26-934BC3E8017A}"/>
              </a:ext>
            </a:extLst>
          </p:cNvPr>
          <p:cNvSpPr/>
          <p:nvPr userDrawn="1"/>
        </p:nvSpPr>
        <p:spPr>
          <a:xfrm>
            <a:off x="4685360" y="-3380494"/>
            <a:ext cx="12015550" cy="12015548"/>
          </a:xfrm>
          <a:prstGeom prst="ellipse">
            <a:avLst/>
          </a:prstGeom>
          <a:solidFill>
            <a:srgbClr val="5853FF">
              <a:alpha val="28627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5" name="Cercle">
            <a:extLst>
              <a:ext uri="{FF2B5EF4-FFF2-40B4-BE49-F238E27FC236}">
                <a16:creationId xmlns:a16="http://schemas.microsoft.com/office/drawing/2014/main" id="{9D10722F-E785-97A6-99BC-D109528C6DCC}"/>
              </a:ext>
            </a:extLst>
          </p:cNvPr>
          <p:cNvSpPr/>
          <p:nvPr userDrawn="1"/>
        </p:nvSpPr>
        <p:spPr>
          <a:xfrm>
            <a:off x="6200261" y="-1872807"/>
            <a:ext cx="8946632" cy="8946630"/>
          </a:xfrm>
          <a:prstGeom prst="ellipse">
            <a:avLst/>
          </a:prstGeom>
          <a:solidFill>
            <a:srgbClr val="5853FF">
              <a:alpha val="30588"/>
            </a:srgbClr>
          </a:solidFill>
          <a:ln w="12700">
            <a:noFill/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76F1FEA8-1485-BE23-98B5-CB3AE4940FFD}"/>
              </a:ext>
            </a:extLst>
          </p:cNvPr>
          <p:cNvSpPr>
            <a:spLocks noGrp="1"/>
          </p:cNvSpPr>
          <p:nvPr>
            <p:ph type="pic" sz="half" idx="21" hasCustomPrompt="1"/>
          </p:nvPr>
        </p:nvSpPr>
        <p:spPr>
          <a:xfrm>
            <a:off x="7708239" y="-356990"/>
            <a:ext cx="6105948" cy="6091526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91439" rIns="91439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 </a:t>
            </a:r>
            <a:endParaRPr/>
          </a:p>
        </p:txBody>
      </p:sp>
      <p:pic>
        <p:nvPicPr>
          <p:cNvPr id="3" name="Image 2" descr="Une image contenant texte, Police, Graphique, logo&#10;&#10;Description générée automatiquement">
            <a:extLst>
              <a:ext uri="{FF2B5EF4-FFF2-40B4-BE49-F238E27FC236}">
                <a16:creationId xmlns:a16="http://schemas.microsoft.com/office/drawing/2014/main" id="{66AB7786-E57A-6EC1-9DD6-00098FCEC80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222" y="452574"/>
            <a:ext cx="1912229" cy="863042"/>
          </a:xfrm>
          <a:prstGeom prst="rect">
            <a:avLst/>
          </a:prstGeom>
        </p:spPr>
      </p:pic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99F7CBCF-12CD-F10C-62A0-0F838A825988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86453" y="5109936"/>
            <a:ext cx="1193833" cy="410881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 sz="1400">
                <a:latin typeface="+mn-lt"/>
                <a:ea typeface="Poppins Regular"/>
                <a:cs typeface="Poppins Regular"/>
                <a:sym typeface="Poppins Regular"/>
              </a:rPr>
              <a:t>Texte</a:t>
            </a:r>
            <a:endParaRPr lang="fr-FR" sz="1200">
              <a:latin typeface="+mn-lt"/>
              <a:ea typeface="Poppins Regular"/>
              <a:cs typeface="Poppins Regular"/>
              <a:sym typeface="Poppins Regular"/>
            </a:endParaRP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9A9CC697-2BD0-2842-D860-FEADE915A315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955675" y="4168775"/>
            <a:ext cx="3527425" cy="728689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r>
              <a:rPr lang="fr-FR" sz="1400">
                <a:latin typeface="Century Gothic" panose="020B0502020202020204" pitchFamily="34" charset="0"/>
              </a:rPr>
              <a:t>  , .</a:t>
            </a:r>
          </a:p>
        </p:txBody>
      </p:sp>
      <p:sp>
        <p:nvSpPr>
          <p:cNvPr id="5" name="Espace réservé du texte 5">
            <a:extLst>
              <a:ext uri="{FF2B5EF4-FFF2-40B4-BE49-F238E27FC236}">
                <a16:creationId xmlns:a16="http://schemas.microsoft.com/office/drawing/2014/main" id="{8763F365-EB49-EE36-B8B7-7116D2C79621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955088" y="2077751"/>
            <a:ext cx="3527265" cy="1954967"/>
          </a:xfrm>
        </p:spPr>
        <p:txBody>
          <a:bodyPr>
            <a:noAutofit/>
          </a:bodyPr>
          <a:lstStyle>
            <a:lvl1pPr marL="0" indent="0">
              <a:buNone/>
              <a:defRPr sz="4000" b="1"/>
            </a:lvl1pPr>
          </a:lstStyle>
          <a:p>
            <a:pPr lvl="0"/>
            <a:r>
              <a:rPr lang="fr-FR"/>
              <a:t>Titre </a:t>
            </a:r>
          </a:p>
          <a:p>
            <a:pPr lvl="0"/>
            <a:r>
              <a:rPr lang="fr-FR"/>
              <a:t>de la </a:t>
            </a:r>
          </a:p>
          <a:p>
            <a:pPr lvl="0"/>
            <a:r>
              <a:rPr lang="fr-FR"/>
              <a:t>présentation</a:t>
            </a:r>
          </a:p>
        </p:txBody>
      </p:sp>
    </p:spTree>
    <p:extLst>
      <p:ext uri="{BB962C8B-B14F-4D97-AF65-F5344CB8AC3E}">
        <p14:creationId xmlns:p14="http://schemas.microsoft.com/office/powerpoint/2010/main" val="321395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_1 colonn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aux angles arrondis">
            <a:extLst>
              <a:ext uri="{FF2B5EF4-FFF2-40B4-BE49-F238E27FC236}">
                <a16:creationId xmlns:a16="http://schemas.microsoft.com/office/drawing/2014/main" id="{C91C402E-2196-B7A8-C4CF-893E37A88501}"/>
              </a:ext>
            </a:extLst>
          </p:cNvPr>
          <p:cNvSpPr/>
          <p:nvPr userDrawn="1"/>
        </p:nvSpPr>
        <p:spPr>
          <a:xfrm>
            <a:off x="1692498" y="520700"/>
            <a:ext cx="8823104" cy="5816600"/>
          </a:xfrm>
          <a:prstGeom prst="roundRect">
            <a:avLst>
              <a:gd name="adj" fmla="val 3698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grpSp>
        <p:nvGrpSpPr>
          <p:cNvPr id="28" name="Group 1">
            <a:extLst>
              <a:ext uri="{FF2B5EF4-FFF2-40B4-BE49-F238E27FC236}">
                <a16:creationId xmlns:a16="http://schemas.microsoft.com/office/drawing/2014/main" id="{A9B0A141-1D02-4448-A7CE-675E97B676F1}"/>
              </a:ext>
            </a:extLst>
          </p:cNvPr>
          <p:cNvGrpSpPr/>
          <p:nvPr userDrawn="1"/>
        </p:nvGrpSpPr>
        <p:grpSpPr>
          <a:xfrm>
            <a:off x="10214808" y="5442046"/>
            <a:ext cx="601586" cy="601586"/>
            <a:chOff x="0" y="0"/>
            <a:chExt cx="875307" cy="875307"/>
          </a:xfrm>
        </p:grpSpPr>
        <p:sp>
          <p:nvSpPr>
            <p:cNvPr id="29" name="Oval 72">
              <a:extLst>
                <a:ext uri="{FF2B5EF4-FFF2-40B4-BE49-F238E27FC236}">
                  <a16:creationId xmlns:a16="http://schemas.microsoft.com/office/drawing/2014/main" id="{19A99878-4A16-1C6B-5DA2-0245BA91D016}"/>
                </a:ext>
              </a:extLst>
            </p:cNvPr>
            <p:cNvSpPr/>
            <p:nvPr/>
          </p:nvSpPr>
          <p:spPr>
            <a:xfrm>
              <a:off x="0" y="0"/>
              <a:ext cx="875308" cy="875308"/>
            </a:xfrm>
            <a:prstGeom prst="ellipse">
              <a:avLst/>
            </a:prstGeom>
            <a:solidFill>
              <a:srgbClr val="FBDA3F">
                <a:alpha val="1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0" name="Oval 73">
              <a:extLst>
                <a:ext uri="{FF2B5EF4-FFF2-40B4-BE49-F238E27FC236}">
                  <a16:creationId xmlns:a16="http://schemas.microsoft.com/office/drawing/2014/main" id="{890D93E7-10CC-F3BA-75FA-D20905CE8B08}"/>
                </a:ext>
              </a:extLst>
            </p:cNvPr>
            <p:cNvSpPr/>
            <p:nvPr/>
          </p:nvSpPr>
          <p:spPr>
            <a:xfrm>
              <a:off x="99277" y="99277"/>
              <a:ext cx="676754" cy="676754"/>
            </a:xfrm>
            <a:prstGeom prst="ellipse">
              <a:avLst/>
            </a:prstGeom>
            <a:solidFill>
              <a:srgbClr val="FBDA3F">
                <a:alpha val="1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1" name="Oval 74">
              <a:extLst>
                <a:ext uri="{FF2B5EF4-FFF2-40B4-BE49-F238E27FC236}">
                  <a16:creationId xmlns:a16="http://schemas.microsoft.com/office/drawing/2014/main" id="{CF546EDA-8D79-26D1-DCAD-3DFEB64DD11A}"/>
                </a:ext>
              </a:extLst>
            </p:cNvPr>
            <p:cNvSpPr/>
            <p:nvPr/>
          </p:nvSpPr>
          <p:spPr>
            <a:xfrm>
              <a:off x="193987" y="193987"/>
              <a:ext cx="487332" cy="487332"/>
            </a:xfrm>
            <a:prstGeom prst="ellipse">
              <a:avLst/>
            </a:prstGeom>
            <a:solidFill>
              <a:srgbClr val="FBDA3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2" name="TextBox 79">
            <a:extLst>
              <a:ext uri="{FF2B5EF4-FFF2-40B4-BE49-F238E27FC236}">
                <a16:creationId xmlns:a16="http://schemas.microsoft.com/office/drawing/2014/main" id="{8C366E84-6869-E177-1349-411B2513E7D9}"/>
              </a:ext>
            </a:extLst>
          </p:cNvPr>
          <p:cNvSpPr txBox="1"/>
          <p:nvPr userDrawn="1"/>
        </p:nvSpPr>
        <p:spPr>
          <a:xfrm rot="16200000">
            <a:off x="-2275113" y="2841147"/>
            <a:ext cx="6858000" cy="1175706"/>
          </a:xfrm>
          <a:prstGeom prst="rect">
            <a:avLst/>
          </a:prstGeom>
          <a:ln w="12700">
            <a:noFill/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80000"/>
              </a:lnSpc>
              <a:defRPr sz="3200">
                <a:solidFill>
                  <a:srgbClr val="221C3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</a:lstStyle>
          <a:p>
            <a:pPr algn="ctr"/>
            <a:r>
              <a:rPr lang="fr-FR" sz="8800" b="1" dirty="0">
                <a:ln>
                  <a:solidFill>
                    <a:schemeClr val="bg1"/>
                  </a:solidFill>
                </a:ln>
                <a:noFill/>
                <a:latin typeface="Century Gothic" panose="020B0502020202020204" pitchFamily="34" charset="0"/>
              </a:rPr>
              <a:t>Sommaire</a:t>
            </a:r>
          </a:p>
        </p:txBody>
      </p:sp>
      <p:sp>
        <p:nvSpPr>
          <p:cNvPr id="3" name="Espace réservé du texte 11">
            <a:extLst>
              <a:ext uri="{FF2B5EF4-FFF2-40B4-BE49-F238E27FC236}">
                <a16:creationId xmlns:a16="http://schemas.microsoft.com/office/drawing/2014/main" id="{D3B5104B-27E0-7F8B-4C93-E552897FF8C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854499" y="2245135"/>
            <a:ext cx="6526517" cy="517230"/>
          </a:xfr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121212"/>
                </a:solidFill>
              </a:defRPr>
            </a:lvl1pPr>
          </a:lstStyle>
          <a:p>
            <a:pPr lvl="0"/>
            <a:r>
              <a:rPr lang="fr-FR" sz="1600" b="1"/>
              <a:t>Titre de la partie 02</a:t>
            </a:r>
            <a:endParaRPr lang="fr-FR"/>
          </a:p>
        </p:txBody>
      </p:sp>
      <p:sp>
        <p:nvSpPr>
          <p:cNvPr id="4" name="Espace réservé du texte 11">
            <a:extLst>
              <a:ext uri="{FF2B5EF4-FFF2-40B4-BE49-F238E27FC236}">
                <a16:creationId xmlns:a16="http://schemas.microsoft.com/office/drawing/2014/main" id="{29864810-03B9-C512-2E34-547DAA11F3A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854499" y="3324832"/>
            <a:ext cx="6526517" cy="517230"/>
          </a:xfr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121212"/>
                </a:solidFill>
              </a:defRPr>
            </a:lvl1pPr>
          </a:lstStyle>
          <a:p>
            <a:pPr lvl="0"/>
            <a:r>
              <a:rPr lang="fr-FR" sz="1600" b="1"/>
              <a:t>Titre de la partie 03</a:t>
            </a:r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390F3A53-82A9-0D13-47DD-7AE7C8D4A037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2854499" y="4404529"/>
            <a:ext cx="6526517" cy="517230"/>
          </a:xfr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121212"/>
                </a:solidFill>
              </a:defRPr>
            </a:lvl1pPr>
          </a:lstStyle>
          <a:p>
            <a:pPr lvl="0"/>
            <a:r>
              <a:rPr lang="fr-FR" sz="1600" b="1"/>
              <a:t>Titre de la partie 04</a:t>
            </a:r>
            <a:endParaRPr lang="fr-FR"/>
          </a:p>
        </p:txBody>
      </p:sp>
      <p:sp>
        <p:nvSpPr>
          <p:cNvPr id="6" name="Espace réservé du texte 11">
            <a:extLst>
              <a:ext uri="{FF2B5EF4-FFF2-40B4-BE49-F238E27FC236}">
                <a16:creationId xmlns:a16="http://schemas.microsoft.com/office/drawing/2014/main" id="{5D2363D6-6C41-5879-8BD7-303C97EB822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854499" y="5484224"/>
            <a:ext cx="6526517" cy="517230"/>
          </a:xfr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121212"/>
                </a:solidFill>
              </a:defRPr>
            </a:lvl1pPr>
          </a:lstStyle>
          <a:p>
            <a:pPr lvl="0"/>
            <a:r>
              <a:rPr lang="fr-FR" sz="1600" b="1"/>
              <a:t>Titre de la partie 05</a:t>
            </a:r>
            <a:endParaRPr lang="fr-FR"/>
          </a:p>
        </p:txBody>
      </p:sp>
      <p:sp>
        <p:nvSpPr>
          <p:cNvPr id="7" name="Espace réservé du texte 11">
            <a:extLst>
              <a:ext uri="{FF2B5EF4-FFF2-40B4-BE49-F238E27FC236}">
                <a16:creationId xmlns:a16="http://schemas.microsoft.com/office/drawing/2014/main" id="{8A7BDDE5-6103-D651-1683-F002DACC7688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854499" y="1165438"/>
            <a:ext cx="6526517" cy="517230"/>
          </a:xfr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121212"/>
                </a:solidFill>
              </a:defRPr>
            </a:lvl1pPr>
          </a:lstStyle>
          <a:p>
            <a:pPr lvl="0"/>
            <a:r>
              <a:rPr lang="fr-FR" sz="1600" b="1"/>
              <a:t>Titre de la partie 01</a:t>
            </a:r>
            <a:endParaRPr lang="fr-FR"/>
          </a:p>
        </p:txBody>
      </p:sp>
      <p:pic>
        <p:nvPicPr>
          <p:cNvPr id="8" name="Image 7" descr="Une image contenant Police, Graphique, logo, symbole&#10;&#10;Description générée automatiquement">
            <a:extLst>
              <a:ext uri="{FF2B5EF4-FFF2-40B4-BE49-F238E27FC236}">
                <a16:creationId xmlns:a16="http://schemas.microsoft.com/office/drawing/2014/main" id="{FDD1D308-61AD-4435-7D38-4F7404308C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11287925" y="850854"/>
            <a:ext cx="1002857" cy="327600"/>
          </a:xfrm>
          <a:prstGeom prst="rect">
            <a:avLst/>
          </a:prstGeom>
        </p:spPr>
      </p:pic>
      <p:sp>
        <p:nvSpPr>
          <p:cNvPr id="23" name="Espace réservé du texte 6">
            <a:extLst>
              <a:ext uri="{FF2B5EF4-FFF2-40B4-BE49-F238E27FC236}">
                <a16:creationId xmlns:a16="http://schemas.microsoft.com/office/drawing/2014/main" id="{25B3E452-C9BF-6B82-E999-45C9FE40BEFB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5520857" y="753473"/>
            <a:ext cx="1193800" cy="379367"/>
          </a:xfrm>
          <a:ln>
            <a:noFill/>
          </a:ln>
        </p:spPr>
        <p:txBody>
          <a:bodyPr>
            <a:normAutofit/>
          </a:bodyPr>
          <a:lstStyle>
            <a:lvl1pPr marL="0" indent="0" algn="ctr">
              <a:buNone/>
              <a:defRPr sz="2800" b="1">
                <a:ln w="12700">
                  <a:solidFill>
                    <a:schemeClr val="accent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01.</a:t>
            </a:r>
          </a:p>
        </p:txBody>
      </p:sp>
      <p:sp>
        <p:nvSpPr>
          <p:cNvPr id="24" name="Espace réservé du texte 6">
            <a:extLst>
              <a:ext uri="{FF2B5EF4-FFF2-40B4-BE49-F238E27FC236}">
                <a16:creationId xmlns:a16="http://schemas.microsoft.com/office/drawing/2014/main" id="{7F79C2FD-6CE2-CF40-DBEC-6EC993CCD2AD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5520857" y="1833168"/>
            <a:ext cx="1193800" cy="379367"/>
          </a:xfrm>
          <a:ln>
            <a:noFill/>
          </a:ln>
        </p:spPr>
        <p:txBody>
          <a:bodyPr>
            <a:normAutofit/>
          </a:bodyPr>
          <a:lstStyle>
            <a:lvl1pPr marL="0" indent="0" algn="ctr">
              <a:buNone/>
              <a:defRPr sz="2800" b="1">
                <a:ln w="12700">
                  <a:solidFill>
                    <a:schemeClr val="accent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02.</a:t>
            </a:r>
          </a:p>
        </p:txBody>
      </p:sp>
      <p:sp>
        <p:nvSpPr>
          <p:cNvPr id="25" name="Espace réservé du texte 6">
            <a:extLst>
              <a:ext uri="{FF2B5EF4-FFF2-40B4-BE49-F238E27FC236}">
                <a16:creationId xmlns:a16="http://schemas.microsoft.com/office/drawing/2014/main" id="{5EDEFCB1-9F58-2016-3C38-B5BC93F122AE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5520857" y="2912865"/>
            <a:ext cx="1193800" cy="379367"/>
          </a:xfrm>
          <a:ln>
            <a:noFill/>
          </a:ln>
        </p:spPr>
        <p:txBody>
          <a:bodyPr>
            <a:normAutofit/>
          </a:bodyPr>
          <a:lstStyle>
            <a:lvl1pPr marL="0" indent="0" algn="ctr">
              <a:buNone/>
              <a:defRPr sz="2800" b="1">
                <a:ln w="12700">
                  <a:solidFill>
                    <a:schemeClr val="accent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03.</a:t>
            </a:r>
          </a:p>
        </p:txBody>
      </p:sp>
      <p:sp>
        <p:nvSpPr>
          <p:cNvPr id="26" name="Espace réservé du texte 6">
            <a:extLst>
              <a:ext uri="{FF2B5EF4-FFF2-40B4-BE49-F238E27FC236}">
                <a16:creationId xmlns:a16="http://schemas.microsoft.com/office/drawing/2014/main" id="{E978E374-0D6C-F68B-D97E-1FD31078E7A2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520857" y="3992562"/>
            <a:ext cx="1193800" cy="379367"/>
          </a:xfrm>
          <a:ln>
            <a:noFill/>
          </a:ln>
        </p:spPr>
        <p:txBody>
          <a:bodyPr>
            <a:normAutofit/>
          </a:bodyPr>
          <a:lstStyle>
            <a:lvl1pPr marL="0" indent="0" algn="ctr">
              <a:buNone/>
              <a:defRPr sz="2800" b="1">
                <a:ln w="12700">
                  <a:solidFill>
                    <a:schemeClr val="accent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04.</a:t>
            </a:r>
          </a:p>
        </p:txBody>
      </p:sp>
      <p:sp>
        <p:nvSpPr>
          <p:cNvPr id="27" name="Espace réservé du texte 6">
            <a:extLst>
              <a:ext uri="{FF2B5EF4-FFF2-40B4-BE49-F238E27FC236}">
                <a16:creationId xmlns:a16="http://schemas.microsoft.com/office/drawing/2014/main" id="{3DC8FD48-8C1E-DCE2-9D34-50FA31278BE9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520857" y="5072259"/>
            <a:ext cx="1193800" cy="379367"/>
          </a:xfrm>
          <a:ln>
            <a:noFill/>
          </a:ln>
        </p:spPr>
        <p:txBody>
          <a:bodyPr>
            <a:normAutofit/>
          </a:bodyPr>
          <a:lstStyle>
            <a:lvl1pPr marL="0" indent="0" algn="ctr">
              <a:buNone/>
              <a:defRPr sz="2800" b="1">
                <a:ln w="12700">
                  <a:solidFill>
                    <a:schemeClr val="accent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05.</a:t>
            </a:r>
          </a:p>
        </p:txBody>
      </p:sp>
    </p:spTree>
    <p:extLst>
      <p:ext uri="{BB962C8B-B14F-4D97-AF65-F5344CB8AC3E}">
        <p14:creationId xmlns:p14="http://schemas.microsoft.com/office/powerpoint/2010/main" val="2053134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_2 colonne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aux angles arrondis">
            <a:extLst>
              <a:ext uri="{FF2B5EF4-FFF2-40B4-BE49-F238E27FC236}">
                <a16:creationId xmlns:a16="http://schemas.microsoft.com/office/drawing/2014/main" id="{C91C402E-2196-B7A8-C4CF-893E37A88501}"/>
              </a:ext>
            </a:extLst>
          </p:cNvPr>
          <p:cNvSpPr/>
          <p:nvPr userDrawn="1"/>
        </p:nvSpPr>
        <p:spPr>
          <a:xfrm>
            <a:off x="1692498" y="520700"/>
            <a:ext cx="8823104" cy="5816600"/>
          </a:xfrm>
          <a:prstGeom prst="roundRect">
            <a:avLst>
              <a:gd name="adj" fmla="val 3698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5" name="TextBox 79">
            <a:extLst>
              <a:ext uri="{FF2B5EF4-FFF2-40B4-BE49-F238E27FC236}">
                <a16:creationId xmlns:a16="http://schemas.microsoft.com/office/drawing/2014/main" id="{557C9D4D-B214-7D32-D59F-2022F89BBB43}"/>
              </a:ext>
            </a:extLst>
          </p:cNvPr>
          <p:cNvSpPr txBox="1"/>
          <p:nvPr userDrawn="1"/>
        </p:nvSpPr>
        <p:spPr>
          <a:xfrm rot="16200000">
            <a:off x="-2275113" y="2841147"/>
            <a:ext cx="6858000" cy="1175706"/>
          </a:xfrm>
          <a:prstGeom prst="rect">
            <a:avLst/>
          </a:prstGeom>
          <a:ln w="12700">
            <a:noFill/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80000"/>
              </a:lnSpc>
              <a:defRPr sz="3200">
                <a:solidFill>
                  <a:srgbClr val="221C3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</a:lstStyle>
          <a:p>
            <a:pPr algn="ctr"/>
            <a:r>
              <a:rPr lang="fr-FR" sz="8800" b="1">
                <a:ln>
                  <a:solidFill>
                    <a:schemeClr val="bg1"/>
                  </a:solidFill>
                </a:ln>
                <a:noFill/>
                <a:latin typeface="Century Gothic" panose="020B0502020202020204" pitchFamily="34" charset="0"/>
              </a:rPr>
              <a:t>Sommaire</a:t>
            </a:r>
          </a:p>
        </p:txBody>
      </p:sp>
      <p:grpSp>
        <p:nvGrpSpPr>
          <p:cNvPr id="28" name="Group 1">
            <a:extLst>
              <a:ext uri="{FF2B5EF4-FFF2-40B4-BE49-F238E27FC236}">
                <a16:creationId xmlns:a16="http://schemas.microsoft.com/office/drawing/2014/main" id="{A9B0A141-1D02-4448-A7CE-675E97B676F1}"/>
              </a:ext>
            </a:extLst>
          </p:cNvPr>
          <p:cNvGrpSpPr/>
          <p:nvPr userDrawn="1"/>
        </p:nvGrpSpPr>
        <p:grpSpPr>
          <a:xfrm>
            <a:off x="10214808" y="5442046"/>
            <a:ext cx="601586" cy="601586"/>
            <a:chOff x="0" y="0"/>
            <a:chExt cx="875307" cy="875307"/>
          </a:xfrm>
        </p:grpSpPr>
        <p:sp>
          <p:nvSpPr>
            <p:cNvPr id="29" name="Oval 72">
              <a:extLst>
                <a:ext uri="{FF2B5EF4-FFF2-40B4-BE49-F238E27FC236}">
                  <a16:creationId xmlns:a16="http://schemas.microsoft.com/office/drawing/2014/main" id="{19A99878-4A16-1C6B-5DA2-0245BA91D016}"/>
                </a:ext>
              </a:extLst>
            </p:cNvPr>
            <p:cNvSpPr/>
            <p:nvPr/>
          </p:nvSpPr>
          <p:spPr>
            <a:xfrm>
              <a:off x="0" y="0"/>
              <a:ext cx="875308" cy="875308"/>
            </a:xfrm>
            <a:prstGeom prst="ellipse">
              <a:avLst/>
            </a:prstGeom>
            <a:solidFill>
              <a:srgbClr val="FBDA3F">
                <a:alpha val="1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0" name="Oval 73">
              <a:extLst>
                <a:ext uri="{FF2B5EF4-FFF2-40B4-BE49-F238E27FC236}">
                  <a16:creationId xmlns:a16="http://schemas.microsoft.com/office/drawing/2014/main" id="{890D93E7-10CC-F3BA-75FA-D20905CE8B08}"/>
                </a:ext>
              </a:extLst>
            </p:cNvPr>
            <p:cNvSpPr/>
            <p:nvPr/>
          </p:nvSpPr>
          <p:spPr>
            <a:xfrm>
              <a:off x="99277" y="99277"/>
              <a:ext cx="676754" cy="676754"/>
            </a:xfrm>
            <a:prstGeom prst="ellipse">
              <a:avLst/>
            </a:prstGeom>
            <a:solidFill>
              <a:srgbClr val="FBDA3F">
                <a:alpha val="1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1" name="Oval 74">
              <a:extLst>
                <a:ext uri="{FF2B5EF4-FFF2-40B4-BE49-F238E27FC236}">
                  <a16:creationId xmlns:a16="http://schemas.microsoft.com/office/drawing/2014/main" id="{CF546EDA-8D79-26D1-DCAD-3DFEB64DD11A}"/>
                </a:ext>
              </a:extLst>
            </p:cNvPr>
            <p:cNvSpPr/>
            <p:nvPr/>
          </p:nvSpPr>
          <p:spPr>
            <a:xfrm>
              <a:off x="193987" y="193987"/>
              <a:ext cx="487332" cy="487332"/>
            </a:xfrm>
            <a:prstGeom prst="ellipse">
              <a:avLst/>
            </a:prstGeom>
            <a:solidFill>
              <a:srgbClr val="FBDA3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8" name="Espace réservé du texte 11">
            <a:extLst>
              <a:ext uri="{FF2B5EF4-FFF2-40B4-BE49-F238E27FC236}">
                <a16:creationId xmlns:a16="http://schemas.microsoft.com/office/drawing/2014/main" id="{1A9BAEED-005A-D361-1FCA-F4FC1698FF8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564329" y="2185239"/>
            <a:ext cx="3188974" cy="517230"/>
          </a:xfr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121212"/>
                </a:solidFill>
              </a:defRPr>
            </a:lvl1pPr>
          </a:lstStyle>
          <a:p>
            <a:pPr lvl="0"/>
            <a:r>
              <a:rPr lang="fr-FR" sz="1600" b="1"/>
              <a:t>Titre de la partie 02</a:t>
            </a:r>
            <a:endParaRPr lang="fr-FR"/>
          </a:p>
        </p:txBody>
      </p:sp>
      <p:sp>
        <p:nvSpPr>
          <p:cNvPr id="9" name="Espace réservé du texte 11">
            <a:extLst>
              <a:ext uri="{FF2B5EF4-FFF2-40B4-BE49-F238E27FC236}">
                <a16:creationId xmlns:a16="http://schemas.microsoft.com/office/drawing/2014/main" id="{F1253BEB-3925-81DB-4166-8CEDF45983A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564329" y="3264936"/>
            <a:ext cx="3188974" cy="517230"/>
          </a:xfr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121212"/>
                </a:solidFill>
              </a:defRPr>
            </a:lvl1pPr>
          </a:lstStyle>
          <a:p>
            <a:pPr lvl="0"/>
            <a:r>
              <a:rPr lang="fr-FR" sz="1600" b="1"/>
              <a:t>Titre de la partie 03</a:t>
            </a:r>
            <a:endParaRPr lang="fr-FR"/>
          </a:p>
        </p:txBody>
      </p:sp>
      <p:sp>
        <p:nvSpPr>
          <p:cNvPr id="10" name="Espace réservé du texte 11">
            <a:extLst>
              <a:ext uri="{FF2B5EF4-FFF2-40B4-BE49-F238E27FC236}">
                <a16:creationId xmlns:a16="http://schemas.microsoft.com/office/drawing/2014/main" id="{F2DA2A9B-7DE2-EFF0-90DB-ABFDA1F2B0B3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2564329" y="4344633"/>
            <a:ext cx="3188974" cy="517230"/>
          </a:xfr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121212"/>
                </a:solidFill>
              </a:defRPr>
            </a:lvl1pPr>
          </a:lstStyle>
          <a:p>
            <a:pPr lvl="0"/>
            <a:r>
              <a:rPr lang="fr-FR" sz="1600" b="1"/>
              <a:t>Titre de la partie 04</a:t>
            </a:r>
            <a:endParaRPr lang="fr-FR"/>
          </a:p>
        </p:txBody>
      </p:sp>
      <p:sp>
        <p:nvSpPr>
          <p:cNvPr id="11" name="Espace réservé du texte 11">
            <a:extLst>
              <a:ext uri="{FF2B5EF4-FFF2-40B4-BE49-F238E27FC236}">
                <a16:creationId xmlns:a16="http://schemas.microsoft.com/office/drawing/2014/main" id="{1117E5F9-5CED-8C7E-2244-6C2038EA5B29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564329" y="5424328"/>
            <a:ext cx="3188974" cy="517230"/>
          </a:xfr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121212"/>
                </a:solidFill>
              </a:defRPr>
            </a:lvl1pPr>
          </a:lstStyle>
          <a:p>
            <a:pPr lvl="0"/>
            <a:r>
              <a:rPr lang="fr-FR" sz="1600" b="1"/>
              <a:t>Titre de la partie 05</a:t>
            </a:r>
            <a:endParaRPr lang="fr-FR"/>
          </a:p>
        </p:txBody>
      </p:sp>
      <p:sp>
        <p:nvSpPr>
          <p:cNvPr id="15" name="Espace réservé du texte 11">
            <a:extLst>
              <a:ext uri="{FF2B5EF4-FFF2-40B4-BE49-F238E27FC236}">
                <a16:creationId xmlns:a16="http://schemas.microsoft.com/office/drawing/2014/main" id="{0E58A60B-5613-C658-A321-5F3D3C393E4F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64329" y="1105542"/>
            <a:ext cx="3188974" cy="517230"/>
          </a:xfr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121212"/>
                </a:solidFill>
              </a:defRPr>
            </a:lvl1pPr>
          </a:lstStyle>
          <a:p>
            <a:pPr lvl="0"/>
            <a:r>
              <a:rPr lang="fr-FR" sz="1600" b="1"/>
              <a:t>Titre de la partie 01</a:t>
            </a:r>
            <a:endParaRPr lang="fr-FR"/>
          </a:p>
        </p:txBody>
      </p:sp>
      <p:sp>
        <p:nvSpPr>
          <p:cNvPr id="19" name="Espace réservé du texte 11">
            <a:extLst>
              <a:ext uri="{FF2B5EF4-FFF2-40B4-BE49-F238E27FC236}">
                <a16:creationId xmlns:a16="http://schemas.microsoft.com/office/drawing/2014/main" id="{590C28F4-0A14-D918-9486-CECA790B65E4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6504039" y="2185239"/>
            <a:ext cx="3188974" cy="517230"/>
          </a:xfr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121212"/>
                </a:solidFill>
              </a:defRPr>
            </a:lvl1pPr>
          </a:lstStyle>
          <a:p>
            <a:pPr lvl="0"/>
            <a:r>
              <a:rPr lang="fr-FR" sz="1600" b="1"/>
              <a:t>Titre de la partie 07</a:t>
            </a:r>
            <a:endParaRPr lang="fr-FR"/>
          </a:p>
        </p:txBody>
      </p:sp>
      <p:sp>
        <p:nvSpPr>
          <p:cNvPr id="20" name="Espace réservé du texte 11">
            <a:extLst>
              <a:ext uri="{FF2B5EF4-FFF2-40B4-BE49-F238E27FC236}">
                <a16:creationId xmlns:a16="http://schemas.microsoft.com/office/drawing/2014/main" id="{2B50F1DA-2EDF-47E4-AEF6-F140A14010D5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504039" y="3264936"/>
            <a:ext cx="3188974" cy="517230"/>
          </a:xfr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121212"/>
                </a:solidFill>
              </a:defRPr>
            </a:lvl1pPr>
          </a:lstStyle>
          <a:p>
            <a:pPr lvl="0"/>
            <a:r>
              <a:rPr lang="fr-FR" sz="1600" b="1"/>
              <a:t>Titre de la partie 08</a:t>
            </a:r>
            <a:endParaRPr lang="fr-FR"/>
          </a:p>
        </p:txBody>
      </p:sp>
      <p:sp>
        <p:nvSpPr>
          <p:cNvPr id="22" name="Espace réservé du texte 11">
            <a:extLst>
              <a:ext uri="{FF2B5EF4-FFF2-40B4-BE49-F238E27FC236}">
                <a16:creationId xmlns:a16="http://schemas.microsoft.com/office/drawing/2014/main" id="{541CC969-8B0B-8743-B722-30C1152763DE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504039" y="4344633"/>
            <a:ext cx="3188974" cy="517230"/>
          </a:xfr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121212"/>
                </a:solidFill>
              </a:defRPr>
            </a:lvl1pPr>
          </a:lstStyle>
          <a:p>
            <a:pPr lvl="0"/>
            <a:r>
              <a:rPr lang="fr-FR" sz="1600" b="1"/>
              <a:t>Titre de la partie 09</a:t>
            </a:r>
            <a:endParaRPr lang="fr-FR"/>
          </a:p>
        </p:txBody>
      </p:sp>
      <p:sp>
        <p:nvSpPr>
          <p:cNvPr id="24" name="Espace réservé du texte 11">
            <a:extLst>
              <a:ext uri="{FF2B5EF4-FFF2-40B4-BE49-F238E27FC236}">
                <a16:creationId xmlns:a16="http://schemas.microsoft.com/office/drawing/2014/main" id="{30114BDD-E0C2-0ADF-4FF1-FEFF7B38A2B4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6504039" y="5424328"/>
            <a:ext cx="3188974" cy="517230"/>
          </a:xfr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121212"/>
                </a:solidFill>
              </a:defRPr>
            </a:lvl1pPr>
          </a:lstStyle>
          <a:p>
            <a:pPr lvl="0"/>
            <a:r>
              <a:rPr lang="fr-FR" sz="1600" b="1"/>
              <a:t>Titre de la partie 10</a:t>
            </a:r>
            <a:endParaRPr lang="fr-FR"/>
          </a:p>
        </p:txBody>
      </p:sp>
      <p:sp>
        <p:nvSpPr>
          <p:cNvPr id="25" name="Espace réservé du texte 11">
            <a:extLst>
              <a:ext uri="{FF2B5EF4-FFF2-40B4-BE49-F238E27FC236}">
                <a16:creationId xmlns:a16="http://schemas.microsoft.com/office/drawing/2014/main" id="{5E4F6B97-3D05-BBB4-F14A-9C53F0AA9EE4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6504039" y="1105542"/>
            <a:ext cx="3188974" cy="517230"/>
          </a:xfr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121212"/>
                </a:solidFill>
              </a:defRPr>
            </a:lvl1pPr>
          </a:lstStyle>
          <a:p>
            <a:pPr lvl="0"/>
            <a:r>
              <a:rPr lang="fr-FR" sz="1600" b="1"/>
              <a:t>Titre de la partie 06</a:t>
            </a:r>
            <a:endParaRPr lang="fr-FR"/>
          </a:p>
        </p:txBody>
      </p:sp>
      <p:pic>
        <p:nvPicPr>
          <p:cNvPr id="2" name="Image 1" descr="Une image contenant Police, Graphique, logo, symbole&#10;&#10;Description générée automatiquement">
            <a:extLst>
              <a:ext uri="{FF2B5EF4-FFF2-40B4-BE49-F238E27FC236}">
                <a16:creationId xmlns:a16="http://schemas.microsoft.com/office/drawing/2014/main" id="{0CF880F9-15FE-9C93-3EC5-ACE1B7A163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11287925" y="850854"/>
            <a:ext cx="1002857" cy="327600"/>
          </a:xfrm>
          <a:prstGeom prst="rect">
            <a:avLst/>
          </a:prstGeom>
        </p:spPr>
      </p:pic>
      <p:sp>
        <p:nvSpPr>
          <p:cNvPr id="34" name="Espace réservé du texte 6">
            <a:extLst>
              <a:ext uri="{FF2B5EF4-FFF2-40B4-BE49-F238E27FC236}">
                <a16:creationId xmlns:a16="http://schemas.microsoft.com/office/drawing/2014/main" id="{F93114E8-A590-BED1-024A-672A80EA76B8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3561916" y="701584"/>
            <a:ext cx="1193800" cy="379367"/>
          </a:xfrm>
          <a:ln>
            <a:noFill/>
          </a:ln>
        </p:spPr>
        <p:txBody>
          <a:bodyPr>
            <a:normAutofit/>
          </a:bodyPr>
          <a:lstStyle>
            <a:lvl1pPr marL="0" indent="0" algn="ctr">
              <a:buNone/>
              <a:defRPr sz="2800" b="1">
                <a:ln w="12700">
                  <a:solidFill>
                    <a:schemeClr val="accent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01.</a:t>
            </a:r>
          </a:p>
        </p:txBody>
      </p:sp>
      <p:sp>
        <p:nvSpPr>
          <p:cNvPr id="36" name="Espace réservé du texte 6">
            <a:extLst>
              <a:ext uri="{FF2B5EF4-FFF2-40B4-BE49-F238E27FC236}">
                <a16:creationId xmlns:a16="http://schemas.microsoft.com/office/drawing/2014/main" id="{A0CA5628-4727-BA0A-9D3D-FB198B748D87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3561916" y="1781279"/>
            <a:ext cx="1193800" cy="379367"/>
          </a:xfrm>
          <a:ln>
            <a:noFill/>
          </a:ln>
        </p:spPr>
        <p:txBody>
          <a:bodyPr>
            <a:normAutofit/>
          </a:bodyPr>
          <a:lstStyle>
            <a:lvl1pPr marL="0" indent="0" algn="ctr">
              <a:buNone/>
              <a:defRPr sz="2800" b="1">
                <a:ln w="12700">
                  <a:solidFill>
                    <a:schemeClr val="accent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02.</a:t>
            </a:r>
          </a:p>
        </p:txBody>
      </p:sp>
      <p:sp>
        <p:nvSpPr>
          <p:cNvPr id="45" name="Espace réservé du texte 6">
            <a:extLst>
              <a:ext uri="{FF2B5EF4-FFF2-40B4-BE49-F238E27FC236}">
                <a16:creationId xmlns:a16="http://schemas.microsoft.com/office/drawing/2014/main" id="{CB060526-3316-EB05-2A3B-2DEDE01A0FDF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3561916" y="2860976"/>
            <a:ext cx="1193800" cy="379367"/>
          </a:xfrm>
          <a:ln>
            <a:noFill/>
          </a:ln>
        </p:spPr>
        <p:txBody>
          <a:bodyPr>
            <a:normAutofit/>
          </a:bodyPr>
          <a:lstStyle>
            <a:lvl1pPr marL="0" indent="0" algn="ctr">
              <a:buNone/>
              <a:defRPr sz="2800" b="1">
                <a:ln w="12700">
                  <a:solidFill>
                    <a:schemeClr val="accent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03.</a:t>
            </a:r>
          </a:p>
        </p:txBody>
      </p:sp>
      <p:sp>
        <p:nvSpPr>
          <p:cNvPr id="46" name="Espace réservé du texte 6">
            <a:extLst>
              <a:ext uri="{FF2B5EF4-FFF2-40B4-BE49-F238E27FC236}">
                <a16:creationId xmlns:a16="http://schemas.microsoft.com/office/drawing/2014/main" id="{96BD6FB8-B1EA-E2BB-ED62-EAECFC2502C3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3561916" y="3940673"/>
            <a:ext cx="1193800" cy="379367"/>
          </a:xfrm>
          <a:ln>
            <a:noFill/>
          </a:ln>
        </p:spPr>
        <p:txBody>
          <a:bodyPr>
            <a:normAutofit/>
          </a:bodyPr>
          <a:lstStyle>
            <a:lvl1pPr marL="0" indent="0" algn="ctr">
              <a:buNone/>
              <a:defRPr sz="2800" b="1">
                <a:ln w="12700">
                  <a:solidFill>
                    <a:schemeClr val="accent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04.</a:t>
            </a:r>
          </a:p>
        </p:txBody>
      </p:sp>
      <p:sp>
        <p:nvSpPr>
          <p:cNvPr id="47" name="Espace réservé du texte 6">
            <a:extLst>
              <a:ext uri="{FF2B5EF4-FFF2-40B4-BE49-F238E27FC236}">
                <a16:creationId xmlns:a16="http://schemas.microsoft.com/office/drawing/2014/main" id="{29D7F0B9-719C-808F-C3B3-0BB61B5D5DCC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3561916" y="5020370"/>
            <a:ext cx="1193800" cy="379367"/>
          </a:xfrm>
          <a:ln>
            <a:noFill/>
          </a:ln>
        </p:spPr>
        <p:txBody>
          <a:bodyPr>
            <a:normAutofit/>
          </a:bodyPr>
          <a:lstStyle>
            <a:lvl1pPr marL="0" indent="0" algn="ctr">
              <a:buNone/>
              <a:defRPr sz="2800" b="1">
                <a:ln w="12700">
                  <a:solidFill>
                    <a:schemeClr val="accent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05.</a:t>
            </a:r>
          </a:p>
        </p:txBody>
      </p:sp>
      <p:sp>
        <p:nvSpPr>
          <p:cNvPr id="48" name="Espace réservé du texte 6">
            <a:extLst>
              <a:ext uri="{FF2B5EF4-FFF2-40B4-BE49-F238E27FC236}">
                <a16:creationId xmlns:a16="http://schemas.microsoft.com/office/drawing/2014/main" id="{56B43B51-C7D1-F8AB-AF38-9303984760D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7501626" y="701583"/>
            <a:ext cx="1193800" cy="379367"/>
          </a:xfrm>
          <a:ln>
            <a:noFill/>
          </a:ln>
        </p:spPr>
        <p:txBody>
          <a:bodyPr>
            <a:normAutofit/>
          </a:bodyPr>
          <a:lstStyle>
            <a:lvl1pPr marL="0" indent="0" algn="ctr">
              <a:buNone/>
              <a:defRPr sz="2800" b="1">
                <a:ln w="12700">
                  <a:solidFill>
                    <a:schemeClr val="accent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06.</a:t>
            </a:r>
          </a:p>
        </p:txBody>
      </p:sp>
      <p:sp>
        <p:nvSpPr>
          <p:cNvPr id="49" name="Espace réservé du texte 6">
            <a:extLst>
              <a:ext uri="{FF2B5EF4-FFF2-40B4-BE49-F238E27FC236}">
                <a16:creationId xmlns:a16="http://schemas.microsoft.com/office/drawing/2014/main" id="{A860E262-A8EF-AC8F-D78E-9CEBBD8D46A5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7501626" y="1781278"/>
            <a:ext cx="1193800" cy="379367"/>
          </a:xfrm>
          <a:ln>
            <a:noFill/>
          </a:ln>
        </p:spPr>
        <p:txBody>
          <a:bodyPr>
            <a:normAutofit/>
          </a:bodyPr>
          <a:lstStyle>
            <a:lvl1pPr marL="0" indent="0" algn="ctr">
              <a:buNone/>
              <a:defRPr sz="2800" b="1">
                <a:ln w="12700">
                  <a:solidFill>
                    <a:schemeClr val="accent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07.</a:t>
            </a:r>
          </a:p>
        </p:txBody>
      </p:sp>
      <p:sp>
        <p:nvSpPr>
          <p:cNvPr id="50" name="Espace réservé du texte 6">
            <a:extLst>
              <a:ext uri="{FF2B5EF4-FFF2-40B4-BE49-F238E27FC236}">
                <a16:creationId xmlns:a16="http://schemas.microsoft.com/office/drawing/2014/main" id="{19BB0A7B-17E3-81F4-3D49-6D164EB42A30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7501626" y="2860975"/>
            <a:ext cx="1193800" cy="379367"/>
          </a:xfrm>
          <a:ln>
            <a:noFill/>
          </a:ln>
        </p:spPr>
        <p:txBody>
          <a:bodyPr>
            <a:normAutofit/>
          </a:bodyPr>
          <a:lstStyle>
            <a:lvl1pPr marL="0" indent="0" algn="ctr">
              <a:buNone/>
              <a:defRPr sz="2800" b="1">
                <a:ln w="12700">
                  <a:solidFill>
                    <a:schemeClr val="accent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08.</a:t>
            </a:r>
          </a:p>
        </p:txBody>
      </p:sp>
      <p:sp>
        <p:nvSpPr>
          <p:cNvPr id="51" name="Espace réservé du texte 6">
            <a:extLst>
              <a:ext uri="{FF2B5EF4-FFF2-40B4-BE49-F238E27FC236}">
                <a16:creationId xmlns:a16="http://schemas.microsoft.com/office/drawing/2014/main" id="{7BDA20C9-4198-F78A-5BE4-21326E7012F3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7501626" y="3940672"/>
            <a:ext cx="1193800" cy="379367"/>
          </a:xfrm>
          <a:ln>
            <a:noFill/>
          </a:ln>
        </p:spPr>
        <p:txBody>
          <a:bodyPr>
            <a:normAutofit/>
          </a:bodyPr>
          <a:lstStyle>
            <a:lvl1pPr marL="0" indent="0" algn="ctr">
              <a:buNone/>
              <a:defRPr sz="2800" b="1">
                <a:ln w="12700">
                  <a:solidFill>
                    <a:schemeClr val="accent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09.</a:t>
            </a:r>
          </a:p>
        </p:txBody>
      </p:sp>
      <p:sp>
        <p:nvSpPr>
          <p:cNvPr id="52" name="Espace réservé du texte 6">
            <a:extLst>
              <a:ext uri="{FF2B5EF4-FFF2-40B4-BE49-F238E27FC236}">
                <a16:creationId xmlns:a16="http://schemas.microsoft.com/office/drawing/2014/main" id="{C14FF188-4912-6191-00B0-E89DD8E7A5A6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7501626" y="5020370"/>
            <a:ext cx="1193800" cy="379367"/>
          </a:xfrm>
          <a:ln>
            <a:noFill/>
          </a:ln>
        </p:spPr>
        <p:txBody>
          <a:bodyPr>
            <a:normAutofit/>
          </a:bodyPr>
          <a:lstStyle>
            <a:lvl1pPr marL="0" indent="0" algn="ctr">
              <a:buNone/>
              <a:defRPr sz="2800" b="1">
                <a:ln w="12700">
                  <a:solidFill>
                    <a:schemeClr val="accent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10.</a:t>
            </a:r>
          </a:p>
        </p:txBody>
      </p:sp>
    </p:spTree>
    <p:extLst>
      <p:ext uri="{BB962C8B-B14F-4D97-AF65-F5344CB8AC3E}">
        <p14:creationId xmlns:p14="http://schemas.microsoft.com/office/powerpoint/2010/main" val="674637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tit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aux angles arrondis">
            <a:extLst>
              <a:ext uri="{FF2B5EF4-FFF2-40B4-BE49-F238E27FC236}">
                <a16:creationId xmlns:a16="http://schemas.microsoft.com/office/drawing/2014/main" id="{C4D48F20-A501-66CD-A1BC-2F4BD9F8C8C6}"/>
              </a:ext>
            </a:extLst>
          </p:cNvPr>
          <p:cNvSpPr/>
          <p:nvPr userDrawn="1"/>
        </p:nvSpPr>
        <p:spPr>
          <a:xfrm>
            <a:off x="711199" y="520700"/>
            <a:ext cx="4200769" cy="5816600"/>
          </a:xfrm>
          <a:prstGeom prst="roundRect">
            <a:avLst>
              <a:gd name="adj" fmla="val 3698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36" name="Espace réservé du texte 6">
            <a:extLst>
              <a:ext uri="{FF2B5EF4-FFF2-40B4-BE49-F238E27FC236}">
                <a16:creationId xmlns:a16="http://schemas.microsoft.com/office/drawing/2014/main" id="{8D56BEC6-2077-66E6-BEE5-A3DCF283F4C5}"/>
              </a:ext>
            </a:extLst>
          </p:cNvPr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903037" y="1028170"/>
            <a:ext cx="3805907" cy="27308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0" b="1" i="0">
                <a:ln>
                  <a:noFill/>
                </a:ln>
                <a:solidFill>
                  <a:srgbClr val="5853FF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/>
              <a:t>00.</a:t>
            </a:r>
          </a:p>
        </p:txBody>
      </p:sp>
      <p:sp>
        <p:nvSpPr>
          <p:cNvPr id="37" name="Espace réservé du texte 6">
            <a:extLst>
              <a:ext uri="{FF2B5EF4-FFF2-40B4-BE49-F238E27FC236}">
                <a16:creationId xmlns:a16="http://schemas.microsoft.com/office/drawing/2014/main" id="{FC74198E-E4A3-AD43-C759-3A94C1F1DE44}"/>
              </a:ext>
            </a:extLst>
          </p:cNvPr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1094877" y="3759016"/>
            <a:ext cx="3422228" cy="153074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 sz="5000" b="1" i="0">
                <a:ln>
                  <a:noFill/>
                </a:ln>
                <a:solidFill>
                  <a:srgbClr val="5853FF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/>
              <a:t>Nom de la partie</a:t>
            </a:r>
            <a:br>
              <a:rPr lang="fr-FR"/>
            </a:br>
            <a:endParaRPr lang="fr-FR"/>
          </a:p>
        </p:txBody>
      </p:sp>
      <p:pic>
        <p:nvPicPr>
          <p:cNvPr id="3" name="Image 2" descr="Une image contenant Police, Graphique, logo, symbole&#10;&#10;Description générée automatiquement">
            <a:extLst>
              <a:ext uri="{FF2B5EF4-FFF2-40B4-BE49-F238E27FC236}">
                <a16:creationId xmlns:a16="http://schemas.microsoft.com/office/drawing/2014/main" id="{3795FB93-ADFA-29ED-677F-50711D6D0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11287925" y="850854"/>
            <a:ext cx="1002857" cy="327600"/>
          </a:xfrm>
          <a:prstGeom prst="rect">
            <a:avLst/>
          </a:prstGeom>
        </p:spPr>
      </p:pic>
      <p:sp>
        <p:nvSpPr>
          <p:cNvPr id="5" name="Espace réservé du texte 21">
            <a:extLst>
              <a:ext uri="{FF2B5EF4-FFF2-40B4-BE49-F238E27FC236}">
                <a16:creationId xmlns:a16="http://schemas.microsoft.com/office/drawing/2014/main" id="{CDA01A18-A398-BC53-4603-6C12B8C2210D}"/>
              </a:ext>
            </a:extLst>
          </p:cNvPr>
          <p:cNvSpPr>
            <a:spLocks noGrp="1"/>
          </p:cNvSpPr>
          <p:nvPr userDrawn="1">
            <p:ph type="body" sz="quarter" idx="38" hasCustomPrompt="1"/>
          </p:nvPr>
        </p:nvSpPr>
        <p:spPr>
          <a:xfrm>
            <a:off x="1094876" y="5405337"/>
            <a:ext cx="3422228" cy="749658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>
                <a:solidFill>
                  <a:srgbClr val="5853FF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sz="1200">
                <a:latin typeface="Century Gothic" panose="020B0502020202020204" pitchFamily="34" charset="0"/>
              </a:rPr>
              <a:t>Sous-titre</a:t>
            </a:r>
          </a:p>
        </p:txBody>
      </p:sp>
      <p:pic>
        <p:nvPicPr>
          <p:cNvPr id="2" name="Image 1" descr="Une image contenant clipart, Graphique, créativité&#10;&#10;Le contenu généré par l’IA peut être incorrect.">
            <a:extLst>
              <a:ext uri="{FF2B5EF4-FFF2-40B4-BE49-F238E27FC236}">
                <a16:creationId xmlns:a16="http://schemas.microsoft.com/office/drawing/2014/main" id="{8EFDB5BE-6061-2485-FC63-CD1554BC0C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10729" y="2956924"/>
            <a:ext cx="945728" cy="945728"/>
          </a:xfrm>
          <a:prstGeom prst="rect">
            <a:avLst/>
          </a:prstGeom>
        </p:spPr>
      </p:pic>
      <p:pic>
        <p:nvPicPr>
          <p:cNvPr id="4" name="Image 3" descr="Une image contenant symbole, Symétrie, Graphique, conception&#10;&#10;Le contenu généré par l’IA peut être incorrect.">
            <a:extLst>
              <a:ext uri="{FF2B5EF4-FFF2-40B4-BE49-F238E27FC236}">
                <a16:creationId xmlns:a16="http://schemas.microsoft.com/office/drawing/2014/main" id="{BDF4B8F1-D67B-6E7A-8687-33DAB28248D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590265" y="1511302"/>
            <a:ext cx="786657" cy="949232"/>
          </a:xfrm>
          <a:prstGeom prst="rect">
            <a:avLst/>
          </a:prstGeom>
        </p:spPr>
      </p:pic>
      <p:pic>
        <p:nvPicPr>
          <p:cNvPr id="6" name="Image 5" descr="Une image contenant symbole, ligne, blanc, art&#10;&#10;Le contenu généré par l’IA peut être incorrect.">
            <a:extLst>
              <a:ext uri="{FF2B5EF4-FFF2-40B4-BE49-F238E27FC236}">
                <a16:creationId xmlns:a16="http://schemas.microsoft.com/office/drawing/2014/main" id="{20B261D8-92E1-F250-288B-52C0F0A2D48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506585" y="4399042"/>
            <a:ext cx="954017" cy="947657"/>
          </a:xfrm>
          <a:prstGeom prst="rect">
            <a:avLst/>
          </a:prstGeom>
        </p:spPr>
      </p:pic>
      <p:pic>
        <p:nvPicPr>
          <p:cNvPr id="7" name="Image 6" descr="Une image contenant symbole, pixel&#10;&#10;Le contenu généré par l’IA peut être incorrect.">
            <a:extLst>
              <a:ext uri="{FF2B5EF4-FFF2-40B4-BE49-F238E27FC236}">
                <a16:creationId xmlns:a16="http://schemas.microsoft.com/office/drawing/2014/main" id="{4287BD19-66C5-1E7D-BD3F-7BAD7866CC9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6807170" y="2255536"/>
            <a:ext cx="945728" cy="945728"/>
          </a:xfrm>
          <a:prstGeom prst="rect">
            <a:avLst/>
          </a:prstGeom>
        </p:spPr>
      </p:pic>
      <p:pic>
        <p:nvPicPr>
          <p:cNvPr id="8" name="Image 7" descr="Une image contenant clipart, créativité&#10;&#10;Le contenu généré par l’IA peut être incorrect.">
            <a:extLst>
              <a:ext uri="{FF2B5EF4-FFF2-40B4-BE49-F238E27FC236}">
                <a16:creationId xmlns:a16="http://schemas.microsoft.com/office/drawing/2014/main" id="{D7E67448-CE00-A663-A4A8-EC722D2F3A9A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6807170" y="3650432"/>
            <a:ext cx="945728" cy="945728"/>
          </a:xfrm>
          <a:prstGeom prst="rect">
            <a:avLst/>
          </a:prstGeom>
        </p:spPr>
      </p:pic>
      <p:pic>
        <p:nvPicPr>
          <p:cNvPr id="9" name="Image 8" descr="Une image contenant cercle, capture d’écran, Graphique, conception&#10;&#10;Le contenu généré par l’IA peut être incorrect.">
            <a:extLst>
              <a:ext uri="{FF2B5EF4-FFF2-40B4-BE49-F238E27FC236}">
                <a16:creationId xmlns:a16="http://schemas.microsoft.com/office/drawing/2014/main" id="{1301354B-BF14-99FB-E44A-726C47733791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6807170" y="5045327"/>
            <a:ext cx="945728" cy="945728"/>
          </a:xfrm>
          <a:prstGeom prst="rect">
            <a:avLst/>
          </a:prstGeom>
        </p:spPr>
      </p:pic>
      <p:pic>
        <p:nvPicPr>
          <p:cNvPr id="13" name="Image 12" descr="Une image contenant créativité&#10;&#10;Le contenu généré par l’IA peut être incorrect.">
            <a:extLst>
              <a:ext uri="{FF2B5EF4-FFF2-40B4-BE49-F238E27FC236}">
                <a16:creationId xmlns:a16="http://schemas.microsoft.com/office/drawing/2014/main" id="{FC60E6EF-E631-0F87-3E11-227FCF35191E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6807170" y="866945"/>
            <a:ext cx="945728" cy="93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961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gauc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6">
            <a:extLst>
              <a:ext uri="{FF2B5EF4-FFF2-40B4-BE49-F238E27FC236}">
                <a16:creationId xmlns:a16="http://schemas.microsoft.com/office/drawing/2014/main" id="{D198EDD4-2B7F-3211-6F12-90AD20CF16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2980" y="383058"/>
            <a:ext cx="5088133" cy="2470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1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/>
              <a:t>TITRE DE LA RUBRIQUE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8F561FE-8070-39A1-5D47-77E741DD8F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9874" y="936286"/>
            <a:ext cx="7029419" cy="1127738"/>
          </a:xfrm>
          <a:prstGeom prst="rect">
            <a:avLst/>
          </a:prstGeom>
        </p:spPr>
        <p:txBody>
          <a:bodyPr anchor="t">
            <a:noAutofit/>
          </a:bodyPr>
          <a:lstStyle/>
          <a:p>
            <a:r>
              <a:rPr lang="fr-FR"/>
              <a:t>Titre de la slide</a:t>
            </a:r>
          </a:p>
        </p:txBody>
      </p:sp>
    </p:spTree>
    <p:extLst>
      <p:ext uri="{BB962C8B-B14F-4D97-AF65-F5344CB8AC3E}">
        <p14:creationId xmlns:p14="http://schemas.microsoft.com/office/powerpoint/2010/main" val="1137990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gauche (fond gris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6">
            <a:extLst>
              <a:ext uri="{FF2B5EF4-FFF2-40B4-BE49-F238E27FC236}">
                <a16:creationId xmlns:a16="http://schemas.microsoft.com/office/drawing/2014/main" id="{D198EDD4-2B7F-3211-6F12-90AD20CF16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2980" y="383058"/>
            <a:ext cx="5088133" cy="2470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1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/>
              <a:t>TITRE DE LA RUBRIQUE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8F561FE-8070-39A1-5D47-77E741DD8F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9874" y="936286"/>
            <a:ext cx="7029419" cy="1127738"/>
          </a:xfrm>
          <a:prstGeom prst="rect">
            <a:avLst/>
          </a:prstGeom>
        </p:spPr>
        <p:txBody>
          <a:bodyPr anchor="t">
            <a:noAutofit/>
          </a:bodyPr>
          <a:lstStyle/>
          <a:p>
            <a:r>
              <a:rPr lang="fr-FR"/>
              <a:t>Titre de la slide</a:t>
            </a:r>
          </a:p>
        </p:txBody>
      </p:sp>
    </p:spTree>
    <p:extLst>
      <p:ext uri="{BB962C8B-B14F-4D97-AF65-F5344CB8AC3E}">
        <p14:creationId xmlns:p14="http://schemas.microsoft.com/office/powerpoint/2010/main" val="3208526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e + Pulse Make Learn - Ha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pour une image  7">
            <a:extLst>
              <a:ext uri="{FF2B5EF4-FFF2-40B4-BE49-F238E27FC236}">
                <a16:creationId xmlns:a16="http://schemas.microsoft.com/office/drawing/2014/main" id="{DF360A2C-8189-4F33-F3C4-165266CA9029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2016125" y="2442731"/>
            <a:ext cx="8159750" cy="685464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2" name="Espace réservé du texte 6">
            <a:extLst>
              <a:ext uri="{FF2B5EF4-FFF2-40B4-BE49-F238E27FC236}">
                <a16:creationId xmlns:a16="http://schemas.microsoft.com/office/drawing/2014/main" id="{3003B622-34C7-D580-8FD2-B1192F79BAC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2980" y="383058"/>
            <a:ext cx="5088133" cy="2470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1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/>
              <a:t>TITRE DE LA RUBRIQUE</a:t>
            </a: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D86C26D5-D1D4-0B8C-ABC3-F0211DB9AB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03891" y="936286"/>
            <a:ext cx="5784218" cy="1127738"/>
          </a:xfrm>
          <a:prstGeom prst="rect">
            <a:avLst/>
          </a:prstGeom>
        </p:spPr>
        <p:txBody>
          <a:bodyPr anchor="t">
            <a:noAutofit/>
          </a:bodyPr>
          <a:lstStyle>
            <a:lvl1pPr algn="ctr">
              <a:defRPr/>
            </a:lvl1pPr>
          </a:lstStyle>
          <a:p>
            <a:r>
              <a:rPr lang="fr-FR"/>
              <a:t>Titre de la slide</a:t>
            </a:r>
          </a:p>
        </p:txBody>
      </p:sp>
      <p:sp>
        <p:nvSpPr>
          <p:cNvPr id="5" name="Espace réservé du texte 21">
            <a:extLst>
              <a:ext uri="{FF2B5EF4-FFF2-40B4-BE49-F238E27FC236}">
                <a16:creationId xmlns:a16="http://schemas.microsoft.com/office/drawing/2014/main" id="{D889B912-C370-99F6-D40A-73F158F322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221323" y="3045338"/>
            <a:ext cx="9749353" cy="5160657"/>
          </a:xfrm>
          <a:prstGeom prst="roundRect">
            <a:avLst>
              <a:gd name="adj" fmla="val 14031"/>
            </a:avLst>
          </a:prstGeom>
          <a:solidFill>
            <a:schemeClr val="bg1"/>
          </a:solidFill>
          <a:ln w="19050">
            <a:solidFill>
              <a:srgbClr val="5853FF"/>
            </a:solidFill>
          </a:ln>
        </p:spPr>
        <p:txBody>
          <a:bodyPr wrap="square" lIns="540000" tIns="576000" rIns="540000" bIns="0" anchor="t" anchorCtr="0">
            <a:noAutofit/>
          </a:bodyPr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sz="1200"/>
              <a:t> , ,  , ,  , ,  , ,  , , , met, ,  , ,  , ,  , ,  , ,  , ,  , , , met, , .  , ,  , ,  , , , met, ,  , , </a:t>
            </a:r>
          </a:p>
        </p:txBody>
      </p:sp>
    </p:spTree>
    <p:extLst>
      <p:ext uri="{BB962C8B-B14F-4D97-AF65-F5344CB8AC3E}">
        <p14:creationId xmlns:p14="http://schemas.microsoft.com/office/powerpoint/2010/main" val="3275582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+ Pulse Make Learn - B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1">
            <a:extLst>
              <a:ext uri="{FF2B5EF4-FFF2-40B4-BE49-F238E27FC236}">
                <a16:creationId xmlns:a16="http://schemas.microsoft.com/office/drawing/2014/main" id="{845746FC-FFF9-537C-493C-E3D3BBC329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0893" y="4584286"/>
            <a:ext cx="5970214" cy="1127738"/>
          </a:xfrm>
          <a:prstGeom prst="rect">
            <a:avLst/>
          </a:prstGeom>
        </p:spPr>
        <p:txBody>
          <a:bodyPr anchor="t">
            <a:noAutofit/>
          </a:bodyPr>
          <a:lstStyle>
            <a:lvl1pPr algn="ctr">
              <a:defRPr/>
            </a:lvl1pPr>
          </a:lstStyle>
          <a:p>
            <a:r>
              <a:rPr lang="fr-FR"/>
              <a:t>Titre de la slide</a:t>
            </a:r>
          </a:p>
        </p:txBody>
      </p:sp>
      <p:sp>
        <p:nvSpPr>
          <p:cNvPr id="14" name="Espace réservé du texte 21">
            <a:extLst>
              <a:ext uri="{FF2B5EF4-FFF2-40B4-BE49-F238E27FC236}">
                <a16:creationId xmlns:a16="http://schemas.microsoft.com/office/drawing/2014/main" id="{5CBD162A-2B89-EB4A-1139-553DD45E9D9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221324" y="-1008185"/>
            <a:ext cx="9749353" cy="5160657"/>
          </a:xfrm>
          <a:prstGeom prst="roundRect">
            <a:avLst>
              <a:gd name="adj" fmla="val 14031"/>
            </a:avLst>
          </a:prstGeom>
          <a:solidFill>
            <a:schemeClr val="bg1"/>
          </a:solidFill>
          <a:ln w="19050">
            <a:solidFill>
              <a:srgbClr val="5853FF"/>
            </a:solidFill>
          </a:ln>
        </p:spPr>
        <p:txBody>
          <a:bodyPr wrap="square" lIns="540000" tIns="0" rIns="540000" bIns="576000" anchor="b">
            <a:noAutofit/>
          </a:bodyPr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sz="1200">
                <a:latin typeface="Century Gothic" panose="020B0502020202020204" pitchFamily="34" charset="0"/>
              </a:rPr>
              <a:t> , ,  , ,  , ,  , ,  , , , met, ,  , ,  , ,  , ,  , ,  , ,  , , , met, , .  , ,  , ,  , , .</a:t>
            </a:r>
          </a:p>
        </p:txBody>
      </p:sp>
    </p:spTree>
    <p:extLst>
      <p:ext uri="{BB962C8B-B14F-4D97-AF65-F5344CB8AC3E}">
        <p14:creationId xmlns:p14="http://schemas.microsoft.com/office/powerpoint/2010/main" val="3287127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+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6">
            <a:extLst>
              <a:ext uri="{FF2B5EF4-FFF2-40B4-BE49-F238E27FC236}">
                <a16:creationId xmlns:a16="http://schemas.microsoft.com/office/drawing/2014/main" id="{3003B622-34C7-D580-8FD2-B1192F79BAC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2980" y="383058"/>
            <a:ext cx="5088133" cy="2470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1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/>
              <a:t>TITRE DE LA RUBRIQUE</a:t>
            </a:r>
          </a:p>
        </p:txBody>
      </p:sp>
      <p:sp>
        <p:nvSpPr>
          <p:cNvPr id="8" name="Espace réservé du texte 6">
            <a:extLst>
              <a:ext uri="{FF2B5EF4-FFF2-40B4-BE49-F238E27FC236}">
                <a16:creationId xmlns:a16="http://schemas.microsoft.com/office/drawing/2014/main" id="{AE94F3F5-E155-34C2-A015-BA66747B5D9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158155" y="5359015"/>
            <a:ext cx="1193833" cy="4108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 sz="1400" dirty="0">
                <a:latin typeface="+mn-lt"/>
                <a:ea typeface="Poppins Regular"/>
                <a:cs typeface="Poppins Regular"/>
                <a:sym typeface="Poppins Regular"/>
              </a:rPr>
              <a:t>Mot-clé</a:t>
            </a:r>
            <a:endParaRPr lang="fr-FR" sz="1200" dirty="0">
              <a:latin typeface="+mn-lt"/>
              <a:ea typeface="Poppins Regular"/>
              <a:cs typeface="Poppins Regular"/>
              <a:sym typeface="Poppins Regular"/>
            </a:endParaRPr>
          </a:p>
        </p:txBody>
      </p:sp>
      <p:sp>
        <p:nvSpPr>
          <p:cNvPr id="9" name="Espace réservé du texte 6">
            <a:extLst>
              <a:ext uri="{FF2B5EF4-FFF2-40B4-BE49-F238E27FC236}">
                <a16:creationId xmlns:a16="http://schemas.microsoft.com/office/drawing/2014/main" id="{73460A6E-74A8-7DA6-4CE1-2C95D9877D1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3535197" y="5359013"/>
            <a:ext cx="1193833" cy="4108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 sz="1400">
                <a:latin typeface="+mn-lt"/>
                <a:ea typeface="Poppins Regular"/>
                <a:cs typeface="Poppins Regular"/>
                <a:sym typeface="Poppins Regular"/>
              </a:rPr>
              <a:t>Mot-clé</a:t>
            </a:r>
            <a:endParaRPr lang="fr-FR" sz="1200">
              <a:latin typeface="+mn-lt"/>
              <a:ea typeface="Poppins Regular"/>
              <a:cs typeface="Poppins Regular"/>
              <a:sym typeface="Poppins Regular"/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C965DE5D-590F-17A0-D70E-9806CCD228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03891" y="936286"/>
            <a:ext cx="5784218" cy="1127738"/>
          </a:xfrm>
          <a:prstGeom prst="rect">
            <a:avLst/>
          </a:prstGeom>
        </p:spPr>
        <p:txBody>
          <a:bodyPr anchor="t">
            <a:noAutofit/>
          </a:bodyPr>
          <a:lstStyle>
            <a:lvl1pPr algn="ctr">
              <a:defRPr/>
            </a:lvl1pPr>
          </a:lstStyle>
          <a:p>
            <a:r>
              <a:rPr lang="fr-FR"/>
              <a:t>Titre de la slide</a:t>
            </a:r>
          </a:p>
        </p:txBody>
      </p:sp>
      <p:sp>
        <p:nvSpPr>
          <p:cNvPr id="3" name="Espace réservé du texte 17">
            <a:extLst>
              <a:ext uri="{FF2B5EF4-FFF2-40B4-BE49-F238E27FC236}">
                <a16:creationId xmlns:a16="http://schemas.microsoft.com/office/drawing/2014/main" id="{5011E8C8-5552-0F43-5251-D9F89B40612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158155" y="2508491"/>
            <a:ext cx="7875690" cy="268723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>
                <a:latin typeface="+mn-lt"/>
              </a:rPr>
              <a:t>  ,   . Duis nec  ,   ,   , pulvinar   ,   ante.  ,  at  , id    et .  in    et    ;  a  at  </a:t>
            </a:r>
            <a:r>
              <a:rPr lang="fr-FR" err="1">
                <a:latin typeface="+mn-lt"/>
              </a:rPr>
              <a:t>consequat</a:t>
            </a:r>
            <a:r>
              <a:rPr lang="fr-FR">
                <a:latin typeface="+mn-lt"/>
              </a:rPr>
              <a:t>   vitae   libero, at   </a:t>
            </a:r>
            <a:r>
              <a:rPr lang="fr-FR" err="1">
                <a:latin typeface="+mn-lt"/>
              </a:rPr>
              <a:t>consequat</a:t>
            </a:r>
            <a:r>
              <a:rPr lang="fr-FR">
                <a:latin typeface="+mn-lt"/>
              </a:rPr>
              <a:t>  et mi , porta .  non      ,   . Nam at magna id est     ,  a  ,  libero </a:t>
            </a:r>
            <a:r>
              <a:rPr lang="fr-FR" err="1">
                <a:latin typeface="+mn-lt"/>
              </a:rPr>
              <a:t>accumsan</a:t>
            </a:r>
            <a:r>
              <a:rPr lang="fr-FR">
                <a:latin typeface="+mn-lt"/>
              </a:rPr>
              <a:t>  massa eu </a:t>
            </a:r>
            <a:r>
              <a:rPr lang="fr-FR" err="1">
                <a:latin typeface="+mn-lt"/>
              </a:rPr>
              <a:t>leo</a:t>
            </a:r>
            <a:r>
              <a:rPr lang="fr-FR">
                <a:latin typeface="+mn-lt"/>
              </a:rPr>
              <a:t>. </a:t>
            </a:r>
            <a:r>
              <a:rPr lang="fr-FR" err="1">
                <a:latin typeface="+mn-lt"/>
              </a:rPr>
              <a:t>Aliquam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tincidunt</a:t>
            </a:r>
            <a:r>
              <a:rPr lang="fr-FR">
                <a:latin typeface="+mn-lt"/>
              </a:rPr>
              <a:t> diam </a:t>
            </a:r>
            <a:r>
              <a:rPr lang="fr-FR" err="1">
                <a:latin typeface="+mn-lt"/>
              </a:rPr>
              <a:t>purus</a:t>
            </a:r>
            <a:r>
              <a:rPr lang="fr-FR">
                <a:latin typeface="+mn-lt"/>
              </a:rPr>
              <a:t>, id </a:t>
            </a:r>
            <a:r>
              <a:rPr lang="fr-FR" err="1">
                <a:latin typeface="+mn-lt"/>
              </a:rPr>
              <a:t>fringilla</a:t>
            </a:r>
            <a:r>
              <a:rPr lang="fr-FR">
                <a:latin typeface="+mn-lt"/>
              </a:rPr>
              <a:t>  </a:t>
            </a:r>
            <a:r>
              <a:rPr lang="fr-FR" err="1">
                <a:latin typeface="+mn-lt"/>
              </a:rPr>
              <a:t>tincidunt</a:t>
            </a:r>
            <a:r>
              <a:rPr lang="fr-FR">
                <a:latin typeface="+mn-lt"/>
              </a:rPr>
              <a:t> in. </a:t>
            </a:r>
            <a:r>
              <a:rPr lang="fr-FR" err="1">
                <a:latin typeface="+mn-lt"/>
              </a:rPr>
              <a:t>Nullam</a:t>
            </a:r>
            <a:r>
              <a:rPr lang="fr-FR">
                <a:latin typeface="+mn-lt"/>
              </a:rPr>
              <a:t> massa , cursus non </a:t>
            </a:r>
            <a:r>
              <a:rPr lang="fr-FR" err="1">
                <a:latin typeface="+mn-lt"/>
              </a:rPr>
              <a:t>rutrum</a:t>
            </a:r>
            <a:r>
              <a:rPr lang="fr-FR">
                <a:latin typeface="+mn-lt"/>
              </a:rPr>
              <a:t> et, </a:t>
            </a:r>
            <a:r>
              <a:rPr lang="fr-FR" err="1">
                <a:latin typeface="+mn-lt"/>
              </a:rPr>
              <a:t>molestie</a:t>
            </a:r>
            <a:r>
              <a:rPr lang="fr-FR">
                <a:latin typeface="+mn-lt"/>
              </a:rPr>
              <a:t> semper </a:t>
            </a:r>
            <a:r>
              <a:rPr lang="fr-FR" err="1">
                <a:latin typeface="+mn-lt"/>
              </a:rPr>
              <a:t>odio</a:t>
            </a:r>
            <a:r>
              <a:rPr lang="fr-FR">
                <a:latin typeface="+mn-lt"/>
              </a:rPr>
              <a:t>. </a:t>
            </a:r>
            <a:r>
              <a:rPr lang="fr-FR" err="1">
                <a:latin typeface="+mn-lt"/>
              </a:rPr>
              <a:t>Interdum</a:t>
            </a:r>
            <a:r>
              <a:rPr lang="fr-FR">
                <a:latin typeface="+mn-lt"/>
              </a:rPr>
              <a:t> et </a:t>
            </a:r>
            <a:r>
              <a:rPr lang="fr-FR" err="1">
                <a:latin typeface="+mn-lt"/>
              </a:rPr>
              <a:t>malesuada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fames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ac</a:t>
            </a:r>
            <a:r>
              <a:rPr lang="fr-FR">
                <a:latin typeface="+mn-lt"/>
              </a:rPr>
              <a:t> in . </a:t>
            </a:r>
            <a:r>
              <a:rPr lang="fr-FR" err="1">
                <a:latin typeface="+mn-lt"/>
              </a:rPr>
              <a:t>Donec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gravida</a:t>
            </a:r>
            <a:r>
              <a:rPr lang="fr-FR">
                <a:latin typeface="+mn-lt"/>
              </a:rPr>
              <a:t> tristique </a:t>
            </a:r>
            <a:r>
              <a:rPr lang="fr-FR" err="1">
                <a:latin typeface="+mn-lt"/>
              </a:rPr>
              <a:t>hendrerit</a:t>
            </a:r>
            <a:r>
              <a:rPr lang="fr-FR">
                <a:latin typeface="+mn-lt"/>
              </a:rPr>
              <a:t>. </a:t>
            </a:r>
            <a:r>
              <a:rPr lang="fr-FR" err="1">
                <a:latin typeface="+mn-lt"/>
              </a:rPr>
              <a:t>Proin</a:t>
            </a:r>
            <a:r>
              <a:rPr lang="fr-FR">
                <a:latin typeface="+mn-lt"/>
              </a:rPr>
              <a:t> rhoncus dictum massa ut . Nam </a:t>
            </a:r>
            <a:r>
              <a:rPr lang="fr-FR" err="1">
                <a:latin typeface="+mn-lt"/>
              </a:rPr>
              <a:t>sodales</a:t>
            </a:r>
            <a:r>
              <a:rPr lang="fr-FR">
                <a:latin typeface="+mn-lt"/>
              </a:rPr>
              <a:t>  </a:t>
            </a:r>
            <a:r>
              <a:rPr lang="fr-FR" err="1">
                <a:latin typeface="+mn-lt"/>
              </a:rPr>
              <a:t>nibh</a:t>
            </a:r>
            <a:r>
              <a:rPr lang="fr-FR">
                <a:latin typeface="+mn-lt"/>
              </a:rPr>
              <a:t>, </a:t>
            </a:r>
            <a:r>
              <a:rPr lang="fr-FR" err="1">
                <a:latin typeface="+mn-lt"/>
              </a:rPr>
              <a:t>ac</a:t>
            </a:r>
            <a:r>
              <a:rPr lang="fr-FR">
                <a:latin typeface="+mn-lt"/>
              </a:rPr>
              <a:t> rhoncus massa </a:t>
            </a:r>
            <a:r>
              <a:rPr lang="fr-FR" err="1">
                <a:latin typeface="+mn-lt"/>
              </a:rPr>
              <a:t>ullamcorper</a:t>
            </a:r>
            <a:r>
              <a:rPr lang="fr-FR">
                <a:latin typeface="+mn-lt"/>
              </a:rPr>
              <a:t> . </a:t>
            </a:r>
            <a:r>
              <a:rPr lang="fr-FR" err="1">
                <a:latin typeface="+mn-lt"/>
              </a:rPr>
              <a:t>Aliquam</a:t>
            </a:r>
            <a:r>
              <a:rPr lang="fr-FR">
                <a:latin typeface="+mn-lt"/>
              </a:rPr>
              <a:t> ut  nec erat bibendum </a:t>
            </a:r>
            <a:r>
              <a:rPr lang="fr-FR" err="1">
                <a:latin typeface="+mn-lt"/>
              </a:rPr>
              <a:t>iaculis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mattis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sed</a:t>
            </a:r>
            <a:r>
              <a:rPr lang="fr-FR">
                <a:latin typeface="+mn-lt"/>
              </a:rPr>
              <a:t> . Nam et </a:t>
            </a:r>
            <a:r>
              <a:rPr lang="fr-FR" err="1">
                <a:latin typeface="+mn-lt"/>
              </a:rPr>
              <a:t>risus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lobortis</a:t>
            </a:r>
            <a:r>
              <a:rPr lang="fr-FR">
                <a:latin typeface="+mn-lt"/>
              </a:rPr>
              <a:t>, </a:t>
            </a:r>
            <a:r>
              <a:rPr lang="fr-FR" err="1">
                <a:latin typeface="+mn-lt"/>
              </a:rPr>
              <a:t>tincidunt</a:t>
            </a:r>
            <a:r>
              <a:rPr lang="fr-FR">
                <a:latin typeface="+mn-lt"/>
              </a:rPr>
              <a:t> erat id,  .  non </a:t>
            </a:r>
            <a:r>
              <a:rPr lang="fr-FR" err="1">
                <a:latin typeface="+mn-lt"/>
              </a:rPr>
              <a:t>arcu</a:t>
            </a:r>
            <a:r>
              <a:rPr lang="fr-FR">
                <a:latin typeface="+mn-lt"/>
              </a:rPr>
              <a:t> cursus, </a:t>
            </a:r>
            <a:r>
              <a:rPr lang="fr-FR" err="1">
                <a:latin typeface="+mn-lt"/>
              </a:rPr>
              <a:t>lacinia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enim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ac</a:t>
            </a:r>
            <a:r>
              <a:rPr lang="fr-FR">
                <a:latin typeface="+mn-lt"/>
              </a:rPr>
              <a:t>, commodo </a:t>
            </a:r>
            <a:r>
              <a:rPr lang="fr-FR" err="1">
                <a:latin typeface="+mn-lt"/>
              </a:rPr>
              <a:t>sapien</a:t>
            </a:r>
            <a:r>
              <a:rPr lang="fr-FR">
                <a:latin typeface="+mn-lt"/>
              </a:rPr>
              <a:t>. </a:t>
            </a:r>
            <a:r>
              <a:rPr lang="fr-FR" err="1">
                <a:latin typeface="+mn-lt"/>
              </a:rPr>
              <a:t>Nullam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efficitur</a:t>
            </a:r>
            <a:r>
              <a:rPr lang="fr-FR">
                <a:latin typeface="+mn-lt"/>
              </a:rPr>
              <a:t>  et mi  .  </a:t>
            </a:r>
            <a:r>
              <a:rPr lang="fr-FR" err="1">
                <a:latin typeface="+mn-lt"/>
              </a:rPr>
              <a:t>iaculis</a:t>
            </a:r>
            <a:r>
              <a:rPr lang="fr-FR">
                <a:latin typeface="+mn-lt"/>
              </a:rPr>
              <a:t>  et  ,    </a:t>
            </a:r>
            <a:r>
              <a:rPr lang="fr-FR" err="1">
                <a:latin typeface="+mn-lt"/>
              </a:rPr>
              <a:t>leo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rutrum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tincidunt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augue</a:t>
            </a:r>
            <a:r>
              <a:rPr lang="fr-FR">
                <a:latin typeface="+mn-lt"/>
              </a:rPr>
              <a:t>. Integer pretium nec </a:t>
            </a:r>
            <a:r>
              <a:rPr lang="fr-FR" err="1">
                <a:latin typeface="+mn-lt"/>
              </a:rPr>
              <a:t>enim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eget</a:t>
            </a:r>
            <a:r>
              <a:rPr lang="fr-FR">
                <a:latin typeface="+mn-lt"/>
              </a:rPr>
              <a:t> . </a:t>
            </a:r>
            <a:r>
              <a:rPr lang="fr-FR" err="1">
                <a:latin typeface="+mn-lt"/>
              </a:rPr>
              <a:t>Quisque</a:t>
            </a:r>
            <a:r>
              <a:rPr lang="fr-FR">
                <a:latin typeface="+mn-lt"/>
              </a:rPr>
              <a:t>  </a:t>
            </a:r>
            <a:r>
              <a:rPr lang="fr-FR" err="1">
                <a:latin typeface="+mn-lt"/>
              </a:rPr>
              <a:t>fringilla</a:t>
            </a:r>
            <a:r>
              <a:rPr lang="fr-FR">
                <a:latin typeface="+mn-lt"/>
              </a:rPr>
              <a:t> massa, </a:t>
            </a:r>
            <a:r>
              <a:rPr lang="fr-FR" err="1">
                <a:latin typeface="+mn-lt"/>
              </a:rPr>
              <a:t>eget</a:t>
            </a:r>
            <a:r>
              <a:rPr lang="fr-FR">
                <a:latin typeface="+mn-lt"/>
              </a:rPr>
              <a:t>  .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3074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gnettes tex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6">
            <a:extLst>
              <a:ext uri="{FF2B5EF4-FFF2-40B4-BE49-F238E27FC236}">
                <a16:creationId xmlns:a16="http://schemas.microsoft.com/office/drawing/2014/main" id="{3003B622-34C7-D580-8FD2-B1192F79BAC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2980" y="383058"/>
            <a:ext cx="5088133" cy="2470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1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/>
              <a:t>TITRE DE LA RUBRIQUE</a:t>
            </a:r>
          </a:p>
        </p:txBody>
      </p:sp>
      <p:sp>
        <p:nvSpPr>
          <p:cNvPr id="19" name="Espace réservé du texte 21">
            <a:extLst>
              <a:ext uri="{FF2B5EF4-FFF2-40B4-BE49-F238E27FC236}">
                <a16:creationId xmlns:a16="http://schemas.microsoft.com/office/drawing/2014/main" id="{00CF0AF5-7415-F592-D62C-89B7B7A279B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93151" y="2393123"/>
            <a:ext cx="5088133" cy="1264477"/>
          </a:xfrm>
          <a:prstGeom prst="roundRect">
            <a:avLst>
              <a:gd name="adj" fmla="val 22317"/>
            </a:avLst>
          </a:prstGeom>
          <a:solidFill>
            <a:schemeClr val="accent2"/>
          </a:solidFill>
          <a:ln w="19050">
            <a:noFill/>
          </a:ln>
        </p:spPr>
        <p:txBody>
          <a:bodyPr wrap="square" lIns="180000" tIns="0" rIns="180000" bIns="0" anchor="ctr">
            <a:no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/>
          </a:p>
        </p:txBody>
      </p:sp>
      <p:sp>
        <p:nvSpPr>
          <p:cNvPr id="7" name="Espace réservé du texte 21">
            <a:extLst>
              <a:ext uri="{FF2B5EF4-FFF2-40B4-BE49-F238E27FC236}">
                <a16:creationId xmlns:a16="http://schemas.microsoft.com/office/drawing/2014/main" id="{5D6CA762-A86F-4BA3-F37F-F0980D1A51D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93151" y="3851438"/>
            <a:ext cx="5088133" cy="3680708"/>
          </a:xfrm>
          <a:prstGeom prst="roundRect">
            <a:avLst>
              <a:gd name="adj" fmla="val 8839"/>
            </a:avLst>
          </a:prstGeom>
          <a:solidFill>
            <a:schemeClr val="tx2"/>
          </a:solidFill>
          <a:ln w="19050">
            <a:noFill/>
          </a:ln>
        </p:spPr>
        <p:txBody>
          <a:bodyPr wrap="square" lIns="180000" tIns="180000" rIns="180000" bIns="180000" anchor="t">
            <a:no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91B71ED8-8BE2-29B6-CDB4-4BE1DCE550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9875" y="936286"/>
            <a:ext cx="5044736" cy="1127738"/>
          </a:xfrm>
          <a:prstGeom prst="rect">
            <a:avLst/>
          </a:prstGeom>
        </p:spPr>
        <p:txBody>
          <a:bodyPr anchor="t">
            <a:noAutofit/>
          </a:bodyPr>
          <a:lstStyle/>
          <a:p>
            <a:r>
              <a:rPr lang="fr-FR"/>
              <a:t>Titre de la slide</a:t>
            </a:r>
          </a:p>
        </p:txBody>
      </p:sp>
      <p:sp>
        <p:nvSpPr>
          <p:cNvPr id="9" name="Espace réservé du texte 21">
            <a:extLst>
              <a:ext uri="{FF2B5EF4-FFF2-40B4-BE49-F238E27FC236}">
                <a16:creationId xmlns:a16="http://schemas.microsoft.com/office/drawing/2014/main" id="{D4669397-8769-8D1D-F683-01E592F9DAD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114796" y="-512505"/>
            <a:ext cx="5088133" cy="5344482"/>
          </a:xfrm>
          <a:prstGeom prst="roundRect">
            <a:avLst>
              <a:gd name="adj" fmla="val 7400"/>
            </a:avLst>
          </a:prstGeom>
          <a:noFill/>
          <a:ln w="19050">
            <a:solidFill>
              <a:schemeClr val="accent2"/>
            </a:solidFill>
          </a:ln>
        </p:spPr>
        <p:txBody>
          <a:bodyPr wrap="square" lIns="180000" tIns="180000" rIns="180000" bIns="180000" anchor="b">
            <a:no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/>
          </a:p>
        </p:txBody>
      </p:sp>
      <p:sp>
        <p:nvSpPr>
          <p:cNvPr id="11" name="Espace réservé du texte 21">
            <a:extLst>
              <a:ext uri="{FF2B5EF4-FFF2-40B4-BE49-F238E27FC236}">
                <a16:creationId xmlns:a16="http://schemas.microsoft.com/office/drawing/2014/main" id="{044270CB-5275-11F1-0CF5-96A4DA9EC00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114796" y="5045602"/>
            <a:ext cx="5088133" cy="1292381"/>
          </a:xfrm>
          <a:prstGeom prst="roundRect">
            <a:avLst>
              <a:gd name="adj" fmla="val 25815"/>
            </a:avLst>
          </a:prstGeom>
          <a:solidFill>
            <a:schemeClr val="accent2"/>
          </a:solidFill>
          <a:ln w="19050">
            <a:noFill/>
          </a:ln>
        </p:spPr>
        <p:txBody>
          <a:bodyPr wrap="square" lIns="180000" tIns="0" rIns="180000" bIns="0" anchor="ctr">
            <a:no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9420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+ bullet 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6">
            <a:extLst>
              <a:ext uri="{FF2B5EF4-FFF2-40B4-BE49-F238E27FC236}">
                <a16:creationId xmlns:a16="http://schemas.microsoft.com/office/drawing/2014/main" id="{D198EDD4-2B7F-3211-6F12-90AD20CF16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2980" y="383058"/>
            <a:ext cx="5088133" cy="2470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1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/>
              <a:t>TITRE DE LA RUBRIQUE</a:t>
            </a:r>
          </a:p>
        </p:txBody>
      </p:sp>
      <p:sp>
        <p:nvSpPr>
          <p:cNvPr id="7" name="Espace réservé du texte 2">
            <a:extLst>
              <a:ext uri="{FF2B5EF4-FFF2-40B4-BE49-F238E27FC236}">
                <a16:creationId xmlns:a16="http://schemas.microsoft.com/office/drawing/2014/main" id="{6DE848FE-4339-ABF6-7918-664DE7F81D6E}"/>
              </a:ext>
            </a:extLst>
          </p:cNvPr>
          <p:cNvSpPr txBox="1">
            <a:spLocks/>
          </p:cNvSpPr>
          <p:nvPr userDrawn="1"/>
        </p:nvSpPr>
        <p:spPr>
          <a:xfrm>
            <a:off x="7250812" y="4372468"/>
            <a:ext cx="3553704" cy="1172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ts val="15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b="1">
                <a:solidFill>
                  <a:schemeClr val="bg1"/>
                </a:solidFill>
              </a:rPr>
              <a:t>Il était une fois un petit train jaune qui reliait deux villages</a:t>
            </a:r>
          </a:p>
          <a:p>
            <a:pPr>
              <a:buClr>
                <a:schemeClr val="accent3"/>
              </a:buClr>
            </a:pPr>
            <a:r>
              <a:rPr lang="fr-FR">
                <a:solidFill>
                  <a:schemeClr val="bg1"/>
                </a:solidFill>
              </a:rPr>
              <a:t>Le petit train jaune admirait ses ancêtres qui avaient mené une vie bien les minerais que les hommes exploitaient dans les mines.</a:t>
            </a:r>
          </a:p>
        </p:txBody>
      </p:sp>
      <p:sp>
        <p:nvSpPr>
          <p:cNvPr id="9" name="Espace réservé du texte 2">
            <a:extLst>
              <a:ext uri="{FF2B5EF4-FFF2-40B4-BE49-F238E27FC236}">
                <a16:creationId xmlns:a16="http://schemas.microsoft.com/office/drawing/2014/main" id="{00C3B69B-5194-BB04-8567-25104196875A}"/>
              </a:ext>
            </a:extLst>
          </p:cNvPr>
          <p:cNvSpPr txBox="1">
            <a:spLocks/>
          </p:cNvSpPr>
          <p:nvPr userDrawn="1"/>
        </p:nvSpPr>
        <p:spPr>
          <a:xfrm>
            <a:off x="7250812" y="2557956"/>
            <a:ext cx="3553704" cy="11506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ts val="15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b="1">
                <a:solidFill>
                  <a:schemeClr val="bg1"/>
                </a:solidFill>
              </a:rPr>
              <a:t>Il était une fois un petit train jaune qui reliait deux villages</a:t>
            </a:r>
          </a:p>
          <a:p>
            <a:pPr>
              <a:buClr>
                <a:schemeClr val="accent3"/>
              </a:buClr>
            </a:pPr>
            <a:r>
              <a:rPr lang="fr-FR">
                <a:solidFill>
                  <a:schemeClr val="bg1"/>
                </a:solidFill>
              </a:rPr>
              <a:t>Le petit train jaune admirait ses ancêtres qui avaient mené une vie bien les minerais que les hommes exploitaient dans les mines.</a:t>
            </a:r>
          </a:p>
        </p:txBody>
      </p:sp>
      <p:sp>
        <p:nvSpPr>
          <p:cNvPr id="15" name="Espace réservé du texte 21">
            <a:extLst>
              <a:ext uri="{FF2B5EF4-FFF2-40B4-BE49-F238E27FC236}">
                <a16:creationId xmlns:a16="http://schemas.microsoft.com/office/drawing/2014/main" id="{16F277CE-3CF9-02D3-2778-43EDB924A5D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903916" y="2340969"/>
            <a:ext cx="4233925" cy="1716554"/>
          </a:xfrm>
          <a:prstGeom prst="roundRect">
            <a:avLst>
              <a:gd name="adj" fmla="val 17400"/>
            </a:avLst>
          </a:prstGeom>
          <a:solidFill>
            <a:schemeClr val="accent1"/>
          </a:solidFill>
          <a:ln w="19050">
            <a:noFill/>
          </a:ln>
        </p:spPr>
        <p:txBody>
          <a:bodyPr wrap="square" lIns="180000" tIns="0" rIns="180000" bIns="0" anchor="ctr"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sz="1200" dirty="0">
                <a:latin typeface="Century Gothic" panose="020B0502020202020204" pitchFamily="34" charset="0"/>
              </a:rPr>
              <a:t> , ,  , ,  , ,  , , .</a:t>
            </a:r>
          </a:p>
        </p:txBody>
      </p:sp>
      <p:sp>
        <p:nvSpPr>
          <p:cNvPr id="16" name="Espace réservé du texte 21">
            <a:extLst>
              <a:ext uri="{FF2B5EF4-FFF2-40B4-BE49-F238E27FC236}">
                <a16:creationId xmlns:a16="http://schemas.microsoft.com/office/drawing/2014/main" id="{0CD65999-442A-5C02-7DF3-E74F9C61AF22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6910701" y="4196588"/>
            <a:ext cx="4233925" cy="1716554"/>
          </a:xfrm>
          <a:prstGeom prst="roundRect">
            <a:avLst>
              <a:gd name="adj" fmla="val 17400"/>
            </a:avLst>
          </a:prstGeom>
          <a:solidFill>
            <a:schemeClr val="bg2"/>
          </a:solidFill>
          <a:ln w="19050">
            <a:noFill/>
          </a:ln>
        </p:spPr>
        <p:txBody>
          <a:bodyPr wrap="square" lIns="180000" tIns="0" rIns="180000" bIns="0" anchor="ctr"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sz="1200" dirty="0">
                <a:latin typeface="Century Gothic" panose="020B0502020202020204" pitchFamily="34" charset="0"/>
              </a:rPr>
              <a:t> , ,  , ,  , ,  , , .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855F5D59-1070-3C66-EBFC-2F7AB563DB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9874" y="936286"/>
            <a:ext cx="7029419" cy="1127738"/>
          </a:xfrm>
          <a:prstGeom prst="rect">
            <a:avLst/>
          </a:prstGeom>
        </p:spPr>
        <p:txBody>
          <a:bodyPr anchor="t">
            <a:noAutofit/>
          </a:bodyPr>
          <a:lstStyle/>
          <a:p>
            <a:r>
              <a:rPr lang="fr-FR"/>
              <a:t>Titre de la slide</a:t>
            </a:r>
          </a:p>
        </p:txBody>
      </p:sp>
      <p:sp>
        <p:nvSpPr>
          <p:cNvPr id="6" name="Espace réservé du texte 17">
            <a:extLst>
              <a:ext uri="{FF2B5EF4-FFF2-40B4-BE49-F238E27FC236}">
                <a16:creationId xmlns:a16="http://schemas.microsoft.com/office/drawing/2014/main" id="{D66A9693-9915-7E87-830B-020B97820F80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769873" y="2340968"/>
            <a:ext cx="4741239" cy="3572174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>
                <a:latin typeface="+mn-lt"/>
              </a:rPr>
              <a:t>  ,   . Duis nec  ,   ,   , pulvinar   ,   ante.  ,  at  , id    et .  in    et    ;  a  at  </a:t>
            </a:r>
            <a:r>
              <a:rPr lang="fr-FR" err="1">
                <a:latin typeface="+mn-lt"/>
              </a:rPr>
              <a:t>consequat</a:t>
            </a:r>
            <a:r>
              <a:rPr lang="fr-FR">
                <a:latin typeface="+mn-lt"/>
              </a:rPr>
              <a:t>   vitae   libero, at   </a:t>
            </a:r>
            <a:r>
              <a:rPr lang="fr-FR" err="1">
                <a:latin typeface="+mn-lt"/>
              </a:rPr>
              <a:t>consequat</a:t>
            </a:r>
            <a:r>
              <a:rPr lang="fr-FR">
                <a:latin typeface="+mn-lt"/>
              </a:rPr>
              <a:t>  et mi , porta .  non      ,   . Nam at magna id est     ,  a  ,  libero </a:t>
            </a:r>
            <a:r>
              <a:rPr lang="fr-FR" err="1">
                <a:latin typeface="+mn-lt"/>
              </a:rPr>
              <a:t>accumsan</a:t>
            </a:r>
            <a:r>
              <a:rPr lang="fr-FR">
                <a:latin typeface="+mn-lt"/>
              </a:rPr>
              <a:t>  massa eu </a:t>
            </a:r>
            <a:r>
              <a:rPr lang="fr-FR" err="1">
                <a:latin typeface="+mn-lt"/>
              </a:rPr>
              <a:t>leo</a:t>
            </a:r>
            <a:r>
              <a:rPr lang="fr-FR">
                <a:latin typeface="+mn-lt"/>
              </a:rPr>
              <a:t>. </a:t>
            </a:r>
            <a:r>
              <a:rPr lang="fr-FR" err="1">
                <a:latin typeface="+mn-lt"/>
              </a:rPr>
              <a:t>Aliquam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tincidunt</a:t>
            </a:r>
            <a:r>
              <a:rPr lang="fr-FR">
                <a:latin typeface="+mn-lt"/>
              </a:rPr>
              <a:t> diam </a:t>
            </a:r>
            <a:r>
              <a:rPr lang="fr-FR" err="1">
                <a:latin typeface="+mn-lt"/>
              </a:rPr>
              <a:t>purus</a:t>
            </a:r>
            <a:r>
              <a:rPr lang="fr-FR">
                <a:latin typeface="+mn-lt"/>
              </a:rPr>
              <a:t>, id </a:t>
            </a:r>
            <a:r>
              <a:rPr lang="fr-FR" err="1">
                <a:latin typeface="+mn-lt"/>
              </a:rPr>
              <a:t>fringilla</a:t>
            </a:r>
            <a:r>
              <a:rPr lang="fr-FR">
                <a:latin typeface="+mn-lt"/>
              </a:rPr>
              <a:t>  </a:t>
            </a:r>
            <a:r>
              <a:rPr lang="fr-FR" err="1">
                <a:latin typeface="+mn-lt"/>
              </a:rPr>
              <a:t>tincidunt</a:t>
            </a:r>
            <a:r>
              <a:rPr lang="fr-FR">
                <a:latin typeface="+mn-lt"/>
              </a:rPr>
              <a:t> in. </a:t>
            </a:r>
            <a:r>
              <a:rPr lang="fr-FR" err="1">
                <a:latin typeface="+mn-lt"/>
              </a:rPr>
              <a:t>Nullam</a:t>
            </a:r>
            <a:r>
              <a:rPr lang="fr-FR">
                <a:latin typeface="+mn-lt"/>
              </a:rPr>
              <a:t> massa , cursus non </a:t>
            </a:r>
            <a:r>
              <a:rPr lang="fr-FR" err="1">
                <a:latin typeface="+mn-lt"/>
              </a:rPr>
              <a:t>rutrum</a:t>
            </a:r>
            <a:r>
              <a:rPr lang="fr-FR">
                <a:latin typeface="+mn-lt"/>
              </a:rPr>
              <a:t> et, </a:t>
            </a:r>
            <a:r>
              <a:rPr lang="fr-FR" err="1">
                <a:latin typeface="+mn-lt"/>
              </a:rPr>
              <a:t>molestie</a:t>
            </a:r>
            <a:r>
              <a:rPr lang="fr-FR">
                <a:latin typeface="+mn-lt"/>
              </a:rPr>
              <a:t> semper </a:t>
            </a:r>
            <a:r>
              <a:rPr lang="fr-FR" err="1">
                <a:latin typeface="+mn-lt"/>
              </a:rPr>
              <a:t>odio</a:t>
            </a:r>
            <a:r>
              <a:rPr lang="fr-FR">
                <a:latin typeface="+mn-lt"/>
              </a:rPr>
              <a:t>. </a:t>
            </a:r>
            <a:r>
              <a:rPr lang="fr-FR" err="1">
                <a:latin typeface="+mn-lt"/>
              </a:rPr>
              <a:t>Interdum</a:t>
            </a:r>
            <a:r>
              <a:rPr lang="fr-FR">
                <a:latin typeface="+mn-lt"/>
              </a:rPr>
              <a:t> et </a:t>
            </a:r>
            <a:r>
              <a:rPr lang="fr-FR" err="1">
                <a:latin typeface="+mn-lt"/>
              </a:rPr>
              <a:t>malesuada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fames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ac</a:t>
            </a:r>
            <a:r>
              <a:rPr lang="fr-FR">
                <a:latin typeface="+mn-lt"/>
              </a:rPr>
              <a:t> in . </a:t>
            </a:r>
            <a:r>
              <a:rPr lang="fr-FR" err="1">
                <a:latin typeface="+mn-lt"/>
              </a:rPr>
              <a:t>Donec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gravida</a:t>
            </a:r>
            <a:r>
              <a:rPr lang="fr-FR">
                <a:latin typeface="+mn-lt"/>
              </a:rPr>
              <a:t> tristique </a:t>
            </a:r>
            <a:r>
              <a:rPr lang="fr-FR" err="1">
                <a:latin typeface="+mn-lt"/>
              </a:rPr>
              <a:t>hendrerit</a:t>
            </a:r>
            <a:r>
              <a:rPr lang="fr-FR">
                <a:latin typeface="+mn-lt"/>
              </a:rPr>
              <a:t>. </a:t>
            </a:r>
            <a:r>
              <a:rPr lang="fr-FR" err="1">
                <a:latin typeface="+mn-lt"/>
              </a:rPr>
              <a:t>Proin</a:t>
            </a:r>
            <a:r>
              <a:rPr lang="fr-FR">
                <a:latin typeface="+mn-lt"/>
              </a:rPr>
              <a:t> rhoncus dictum massa ut . Nam </a:t>
            </a:r>
            <a:r>
              <a:rPr lang="fr-FR" err="1">
                <a:latin typeface="+mn-lt"/>
              </a:rPr>
              <a:t>sodales</a:t>
            </a:r>
            <a:r>
              <a:rPr lang="fr-FR">
                <a:latin typeface="+mn-lt"/>
              </a:rPr>
              <a:t>  </a:t>
            </a:r>
            <a:r>
              <a:rPr lang="fr-FR" err="1">
                <a:latin typeface="+mn-lt"/>
              </a:rPr>
              <a:t>nibh</a:t>
            </a:r>
            <a:r>
              <a:rPr lang="fr-FR">
                <a:latin typeface="+mn-lt"/>
              </a:rPr>
              <a:t>, </a:t>
            </a:r>
            <a:r>
              <a:rPr lang="fr-FR" err="1">
                <a:latin typeface="+mn-lt"/>
              </a:rPr>
              <a:t>ac</a:t>
            </a:r>
            <a:r>
              <a:rPr lang="fr-FR">
                <a:latin typeface="+mn-lt"/>
              </a:rPr>
              <a:t> rhoncus massa </a:t>
            </a:r>
            <a:r>
              <a:rPr lang="fr-FR" err="1">
                <a:latin typeface="+mn-lt"/>
              </a:rPr>
              <a:t>ullamcorper</a:t>
            </a:r>
            <a:r>
              <a:rPr lang="fr-FR">
                <a:latin typeface="+mn-lt"/>
              </a:rPr>
              <a:t> . </a:t>
            </a:r>
            <a:r>
              <a:rPr lang="fr-FR" err="1">
                <a:latin typeface="+mn-lt"/>
              </a:rPr>
              <a:t>Aliquam</a:t>
            </a:r>
            <a:r>
              <a:rPr lang="fr-FR">
                <a:latin typeface="+mn-lt"/>
              </a:rPr>
              <a:t> ut  nec erat bibendum </a:t>
            </a:r>
            <a:r>
              <a:rPr lang="fr-FR" err="1">
                <a:latin typeface="+mn-lt"/>
              </a:rPr>
              <a:t>iaculis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mattis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sed</a:t>
            </a:r>
            <a:r>
              <a:rPr lang="fr-FR">
                <a:latin typeface="+mn-lt"/>
              </a:rPr>
              <a:t> .</a:t>
            </a:r>
            <a:endParaRPr lang="fr-FR"/>
          </a:p>
        </p:txBody>
      </p:sp>
      <p:sp>
        <p:nvSpPr>
          <p:cNvPr id="13" name="Espace réservé du texte 6">
            <a:extLst>
              <a:ext uri="{FF2B5EF4-FFF2-40B4-BE49-F238E27FC236}">
                <a16:creationId xmlns:a16="http://schemas.microsoft.com/office/drawing/2014/main" id="{F1F2A70B-34D9-19DF-ECF7-95125D419D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62241" y="2343224"/>
            <a:ext cx="329716" cy="329715"/>
          </a:xfrm>
          <a:prstGeom prst="ellipse">
            <a:avLst/>
          </a:prstGeom>
          <a:solidFill>
            <a:srgbClr val="5853FF"/>
          </a:solidFill>
        </p:spPr>
        <p:txBody>
          <a:bodyPr lIns="0" tIns="0" rIns="0" bIns="0" anchor="ctr"/>
          <a:lstStyle>
            <a:lvl1pPr marL="0" indent="0" algn="ctr">
              <a:buNone/>
              <a:defRPr sz="1200" b="1" i="0" spc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/>
              <a:t>01</a:t>
            </a:r>
          </a:p>
        </p:txBody>
      </p:sp>
      <p:sp>
        <p:nvSpPr>
          <p:cNvPr id="14" name="Espace réservé du texte 6">
            <a:extLst>
              <a:ext uri="{FF2B5EF4-FFF2-40B4-BE49-F238E27FC236}">
                <a16:creationId xmlns:a16="http://schemas.microsoft.com/office/drawing/2014/main" id="{598C89F8-3DBC-8D94-6CA7-FBBD60928CC5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6462241" y="4207611"/>
            <a:ext cx="329716" cy="329715"/>
          </a:xfrm>
          <a:prstGeom prst="ellipse">
            <a:avLst/>
          </a:prstGeom>
          <a:solidFill>
            <a:schemeClr val="bg2"/>
          </a:solidFill>
        </p:spPr>
        <p:txBody>
          <a:bodyPr lIns="0" tIns="0" rIns="0" bIns="0" anchor="ctr"/>
          <a:lstStyle>
            <a:lvl1pPr marL="0" indent="0" algn="ctr">
              <a:buNone/>
              <a:defRPr sz="1200" b="1" i="0" spc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/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224171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g droite +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6">
            <a:extLst>
              <a:ext uri="{FF2B5EF4-FFF2-40B4-BE49-F238E27FC236}">
                <a16:creationId xmlns:a16="http://schemas.microsoft.com/office/drawing/2014/main" id="{B596A314-019E-7512-7591-024BE4F9793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2980" y="383058"/>
            <a:ext cx="5088133" cy="2470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1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/>
              <a:t>TITRE DE LA RUBRIQUE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25FDCC8-5B84-3CCD-BE82-DD9F9AF2CE1F}"/>
              </a:ext>
            </a:extLst>
          </p:cNvPr>
          <p:cNvSpPr>
            <a:spLocks noGrp="1"/>
          </p:cNvSpPr>
          <p:nvPr>
            <p:ph type="pic" sz="half" idx="21"/>
          </p:nvPr>
        </p:nvSpPr>
        <p:spPr>
          <a:xfrm>
            <a:off x="6170853" y="-619412"/>
            <a:ext cx="5251209" cy="6541126"/>
          </a:xfrm>
          <a:prstGeom prst="roundRect">
            <a:avLst>
              <a:gd name="adj" fmla="val 9796"/>
            </a:avLst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lIns="91439" rIns="91439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Cliquez sur l'icône pour ajouter une image</a:t>
            </a:r>
            <a:endParaRPr/>
          </a:p>
        </p:txBody>
      </p:sp>
      <p:sp>
        <p:nvSpPr>
          <p:cNvPr id="9" name="Espace réservé du texte 6">
            <a:extLst>
              <a:ext uri="{FF2B5EF4-FFF2-40B4-BE49-F238E27FC236}">
                <a16:creationId xmlns:a16="http://schemas.microsoft.com/office/drawing/2014/main" id="{EE362101-6BC7-A42A-17B8-A17354DB0031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34494" y="5716273"/>
            <a:ext cx="2523925" cy="410881"/>
          </a:xfrm>
          <a:prstGeom prst="roundRect">
            <a:avLst>
              <a:gd name="adj" fmla="val 50000"/>
            </a:avLst>
          </a:prstGeom>
          <a:solidFill>
            <a:srgbClr val="FDDB40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 sz="1400">
                <a:latin typeface="+mn-lt"/>
                <a:ea typeface="Poppins Regular"/>
                <a:cs typeface="Poppins Regular"/>
                <a:sym typeface="Poppins Regular"/>
              </a:rPr>
              <a:t>Titre</a:t>
            </a:r>
            <a:endParaRPr lang="fr-FR" sz="1200">
              <a:latin typeface="+mn-lt"/>
              <a:ea typeface="Poppins Regular"/>
              <a:cs typeface="Poppins Regular"/>
              <a:sym typeface="Poppins Regular"/>
            </a:endParaRP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3F2FB20F-EC8A-96B0-EF22-FFDE4094B3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9875" y="936286"/>
            <a:ext cx="5044736" cy="1127738"/>
          </a:xfrm>
          <a:prstGeom prst="rect">
            <a:avLst/>
          </a:prstGeom>
        </p:spPr>
        <p:txBody>
          <a:bodyPr anchor="t">
            <a:noAutofit/>
          </a:bodyPr>
          <a:lstStyle/>
          <a:p>
            <a:r>
              <a:rPr lang="fr-FR"/>
              <a:t>Titre de la slide</a:t>
            </a:r>
          </a:p>
        </p:txBody>
      </p:sp>
      <p:sp>
        <p:nvSpPr>
          <p:cNvPr id="10" name="Espace réservé du texte 3">
            <a:extLst>
              <a:ext uri="{FF2B5EF4-FFF2-40B4-BE49-F238E27FC236}">
                <a16:creationId xmlns:a16="http://schemas.microsoft.com/office/drawing/2014/main" id="{93F0450D-35F7-3E70-3CBB-F8CB7F25E77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69939" y="3950690"/>
            <a:ext cx="4739877" cy="661988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>
              <a:lnSpc>
                <a:spcPct val="100000"/>
              </a:lnSpc>
            </a:pPr>
            <a:r>
              <a:rPr lang="fr-FR" sz="1800" b="1">
                <a:latin typeface="Century Gothic" panose="020B0502020202020204" pitchFamily="34" charset="0"/>
              </a:rPr>
              <a:t> </a:t>
            </a:r>
            <a:r>
              <a:rPr lang="fr-FR" sz="1800" b="1">
                <a:solidFill>
                  <a:srgbClr val="5853FF"/>
                </a:solidFill>
                <a:latin typeface="Century Gothic" panose="020B0502020202020204" pitchFamily="34" charset="0"/>
              </a:rPr>
              <a:t> </a:t>
            </a:r>
            <a:r>
              <a:rPr lang="fr-FR" sz="1800" b="1">
                <a:latin typeface="Century Gothic" panose="020B0502020202020204" pitchFamily="34" charset="0"/>
              </a:rPr>
              <a:t> </a:t>
            </a:r>
            <a:r>
              <a:rPr lang="fr-FR" sz="1800" b="1">
                <a:solidFill>
                  <a:schemeClr val="accent3"/>
                </a:solidFill>
                <a:latin typeface="Century Gothic" panose="020B0502020202020204" pitchFamily="34" charset="0"/>
              </a:rPr>
              <a:t> </a:t>
            </a:r>
            <a:r>
              <a:rPr lang="fr-FR" sz="1800" b="1">
                <a:latin typeface="Century Gothic" panose="020B0502020202020204" pitchFamily="34" charset="0"/>
              </a:rPr>
              <a:t>.</a:t>
            </a:r>
          </a:p>
        </p:txBody>
      </p:sp>
      <p:sp>
        <p:nvSpPr>
          <p:cNvPr id="11" name="Espace réservé du texte 17">
            <a:extLst>
              <a:ext uri="{FF2B5EF4-FFF2-40B4-BE49-F238E27FC236}">
                <a16:creationId xmlns:a16="http://schemas.microsoft.com/office/drawing/2014/main" id="{1F5A2697-E268-E3C3-DE6F-861331CCC98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9875" y="2436214"/>
            <a:ext cx="4739877" cy="1412876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>
                <a:latin typeface="+mn-lt"/>
              </a:rPr>
              <a:t>  ,   . Duis nec  ,   ,   , pulvinar   ,   ante.  ,  at  , id    et .  in    et    ;  a  at  </a:t>
            </a:r>
            <a:r>
              <a:rPr lang="fr-FR" err="1">
                <a:latin typeface="+mn-lt"/>
              </a:rPr>
              <a:t>consequat</a:t>
            </a:r>
            <a:r>
              <a:rPr lang="fr-FR">
                <a:latin typeface="+mn-lt"/>
              </a:rPr>
              <a:t>   vitae .</a:t>
            </a:r>
            <a:endParaRPr lang="fr-FR"/>
          </a:p>
        </p:txBody>
      </p:sp>
      <p:sp>
        <p:nvSpPr>
          <p:cNvPr id="12" name="Espace réservé du texte 17">
            <a:extLst>
              <a:ext uri="{FF2B5EF4-FFF2-40B4-BE49-F238E27FC236}">
                <a16:creationId xmlns:a16="http://schemas.microsoft.com/office/drawing/2014/main" id="{75E8F626-8BF4-2E88-CC6B-F0C8D248988B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69875" y="4714278"/>
            <a:ext cx="4739877" cy="1412876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>
                <a:latin typeface="+mn-lt"/>
              </a:rPr>
              <a:t>  ,   . Duis nec  ,   ,   , pulvinar   ,   ante.  ,  at  , id    et .  in    et    ;  a  at  </a:t>
            </a:r>
            <a:r>
              <a:rPr lang="fr-FR" err="1">
                <a:latin typeface="+mn-lt"/>
              </a:rPr>
              <a:t>consequat</a:t>
            </a:r>
            <a:r>
              <a:rPr lang="fr-FR">
                <a:latin typeface="+mn-lt"/>
              </a:rPr>
              <a:t>   vitae .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45289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to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15" descr="Une image contenant cercle, capture d’écran, Caractère coloré&#10;&#10;Description générée automatiquement">
            <a:extLst>
              <a:ext uri="{FF2B5EF4-FFF2-40B4-BE49-F238E27FC236}">
                <a16:creationId xmlns:a16="http://schemas.microsoft.com/office/drawing/2014/main" id="{F5FF4260-9E3E-DD72-2C44-BD158D7F88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73306" y="5277862"/>
            <a:ext cx="1393740" cy="1393740"/>
          </a:xfrm>
          <a:prstGeom prst="rect">
            <a:avLst/>
          </a:prstGeom>
        </p:spPr>
      </p:pic>
      <p:sp>
        <p:nvSpPr>
          <p:cNvPr id="13" name="Espace réservé du texte 6">
            <a:extLst>
              <a:ext uri="{FF2B5EF4-FFF2-40B4-BE49-F238E27FC236}">
                <a16:creationId xmlns:a16="http://schemas.microsoft.com/office/drawing/2014/main" id="{A9C34B0D-D2D5-34A4-0E59-912A1EFDA18C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422980" y="383058"/>
            <a:ext cx="5088133" cy="2470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1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/>
              <a:t>TITRE DE LA RUBRIQUE</a:t>
            </a:r>
          </a:p>
        </p:txBody>
      </p:sp>
      <p:pic>
        <p:nvPicPr>
          <p:cNvPr id="15" name="Image 14" descr="Une image contenant cercle, Caractère coloré, Graphique, Magenta&#10;&#10;Description générée automatiquement">
            <a:extLst>
              <a:ext uri="{FF2B5EF4-FFF2-40B4-BE49-F238E27FC236}">
                <a16:creationId xmlns:a16="http://schemas.microsoft.com/office/drawing/2014/main" id="{66920DF9-09F3-791C-5E3C-25105793038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21062" y="1991658"/>
            <a:ext cx="651605" cy="651605"/>
          </a:xfrm>
          <a:prstGeom prst="rect">
            <a:avLst/>
          </a:prstGeom>
        </p:spPr>
      </p:pic>
      <p:sp>
        <p:nvSpPr>
          <p:cNvPr id="24" name="Picture Placeholder 7">
            <a:extLst>
              <a:ext uri="{FF2B5EF4-FFF2-40B4-BE49-F238E27FC236}">
                <a16:creationId xmlns:a16="http://schemas.microsoft.com/office/drawing/2014/main" id="{8B6FDF6C-0FB5-DA15-7C8D-F44D949B70BC}"/>
              </a:ext>
            </a:extLst>
          </p:cNvPr>
          <p:cNvSpPr>
            <a:spLocks noGrp="1"/>
          </p:cNvSpPr>
          <p:nvPr>
            <p:ph type="pic" sz="half" idx="21" hasCustomPrompt="1"/>
          </p:nvPr>
        </p:nvSpPr>
        <p:spPr>
          <a:xfrm>
            <a:off x="2139251" y="2194991"/>
            <a:ext cx="1567780" cy="2095937"/>
          </a:xfrm>
          <a:prstGeom prst="roundRect">
            <a:avLst>
              <a:gd name="adj" fmla="val 9796"/>
            </a:avLst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lIns="91439" rIns="91439"/>
          <a:lstStyle>
            <a:lvl1pPr marL="0" indent="0">
              <a:buNone/>
              <a:defRPr b="0">
                <a:solidFill>
                  <a:schemeClr val="tx1"/>
                </a:solidFill>
              </a:defRPr>
            </a:lvl1pPr>
          </a:lstStyle>
          <a:p>
            <a:r>
              <a:rPr lang="fr-FR"/>
              <a:t> </a:t>
            </a:r>
            <a:endParaRPr/>
          </a:p>
        </p:txBody>
      </p:sp>
      <p:sp>
        <p:nvSpPr>
          <p:cNvPr id="25" name="Picture Placeholder 7">
            <a:extLst>
              <a:ext uri="{FF2B5EF4-FFF2-40B4-BE49-F238E27FC236}">
                <a16:creationId xmlns:a16="http://schemas.microsoft.com/office/drawing/2014/main" id="{D9371035-5229-2221-1579-99E6DAF121AF}"/>
              </a:ext>
            </a:extLst>
          </p:cNvPr>
          <p:cNvSpPr>
            <a:spLocks noGrp="1"/>
          </p:cNvSpPr>
          <p:nvPr>
            <p:ph type="pic" sz="half" idx="23" hasCustomPrompt="1"/>
          </p:nvPr>
        </p:nvSpPr>
        <p:spPr>
          <a:xfrm>
            <a:off x="3904248" y="2194991"/>
            <a:ext cx="1961158" cy="2095937"/>
          </a:xfrm>
          <a:prstGeom prst="roundRect">
            <a:avLst>
              <a:gd name="adj" fmla="val 9796"/>
            </a:avLst>
          </a:prstGeom>
          <a:blipFill>
            <a:blip r:embed="rId5"/>
            <a:stretch>
              <a:fillRect/>
            </a:stretch>
          </a:blipFill>
        </p:spPr>
        <p:txBody>
          <a:bodyPr lIns="91439" rIns="91439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 </a:t>
            </a:r>
            <a:endParaRPr/>
          </a:p>
        </p:txBody>
      </p:sp>
      <p:sp>
        <p:nvSpPr>
          <p:cNvPr id="26" name="Picture Placeholder 7">
            <a:extLst>
              <a:ext uri="{FF2B5EF4-FFF2-40B4-BE49-F238E27FC236}">
                <a16:creationId xmlns:a16="http://schemas.microsoft.com/office/drawing/2014/main" id="{89C38E55-5490-235C-7D09-CB22FE631566}"/>
              </a:ext>
            </a:extLst>
          </p:cNvPr>
          <p:cNvSpPr>
            <a:spLocks noGrp="1"/>
          </p:cNvSpPr>
          <p:nvPr>
            <p:ph type="pic" sz="half" idx="24" hasCustomPrompt="1"/>
          </p:nvPr>
        </p:nvSpPr>
        <p:spPr>
          <a:xfrm>
            <a:off x="6062623" y="2194991"/>
            <a:ext cx="1352940" cy="2095937"/>
          </a:xfrm>
          <a:prstGeom prst="roundRect">
            <a:avLst>
              <a:gd name="adj" fmla="val 9796"/>
            </a:avLst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lIns="91439" rIns="91439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 </a:t>
            </a:r>
            <a:endParaRPr/>
          </a:p>
        </p:txBody>
      </p:sp>
      <p:sp>
        <p:nvSpPr>
          <p:cNvPr id="27" name="Picture Placeholder 7">
            <a:extLst>
              <a:ext uri="{FF2B5EF4-FFF2-40B4-BE49-F238E27FC236}">
                <a16:creationId xmlns:a16="http://schemas.microsoft.com/office/drawing/2014/main" id="{73EA7134-2E6C-F348-0018-60DA02AF68AE}"/>
              </a:ext>
            </a:extLst>
          </p:cNvPr>
          <p:cNvSpPr>
            <a:spLocks noGrp="1"/>
          </p:cNvSpPr>
          <p:nvPr>
            <p:ph type="pic" sz="half" idx="25" hasCustomPrompt="1"/>
          </p:nvPr>
        </p:nvSpPr>
        <p:spPr>
          <a:xfrm>
            <a:off x="7607997" y="2194991"/>
            <a:ext cx="2474745" cy="3934651"/>
          </a:xfrm>
          <a:prstGeom prst="roundRect">
            <a:avLst>
              <a:gd name="adj" fmla="val 9796"/>
            </a:avLst>
          </a:prstGeom>
          <a:blipFill>
            <a:blip r:embed="rId7"/>
            <a:stretch>
              <a:fillRect/>
            </a:stretch>
          </a:blipFill>
        </p:spPr>
        <p:txBody>
          <a:bodyPr lIns="91439" rIns="91439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 </a:t>
            </a:r>
            <a:endParaRPr/>
          </a:p>
        </p:txBody>
      </p:sp>
      <p:sp>
        <p:nvSpPr>
          <p:cNvPr id="28" name="Picture Placeholder 7">
            <a:extLst>
              <a:ext uri="{FF2B5EF4-FFF2-40B4-BE49-F238E27FC236}">
                <a16:creationId xmlns:a16="http://schemas.microsoft.com/office/drawing/2014/main" id="{00007008-722F-5E1D-1D16-F2D5C9653113}"/>
              </a:ext>
            </a:extLst>
          </p:cNvPr>
          <p:cNvSpPr>
            <a:spLocks noGrp="1"/>
          </p:cNvSpPr>
          <p:nvPr>
            <p:ph type="pic" sz="half" idx="26" hasCustomPrompt="1"/>
          </p:nvPr>
        </p:nvSpPr>
        <p:spPr>
          <a:xfrm>
            <a:off x="2139250" y="4460987"/>
            <a:ext cx="2310088" cy="1660645"/>
          </a:xfrm>
          <a:prstGeom prst="roundRect">
            <a:avLst>
              <a:gd name="adj" fmla="val 9796"/>
            </a:avLst>
          </a:prstGeom>
          <a:blipFill dpi="0"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lIns="91439" rIns="91439"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fr-FR"/>
              <a:t> </a:t>
            </a:r>
            <a:endParaRPr/>
          </a:p>
        </p:txBody>
      </p:sp>
      <p:sp>
        <p:nvSpPr>
          <p:cNvPr id="29" name="Picture Placeholder 7">
            <a:extLst>
              <a:ext uri="{FF2B5EF4-FFF2-40B4-BE49-F238E27FC236}">
                <a16:creationId xmlns:a16="http://schemas.microsoft.com/office/drawing/2014/main" id="{3F4A153C-2954-8A2C-A77D-5158C4DFCF78}"/>
              </a:ext>
            </a:extLst>
          </p:cNvPr>
          <p:cNvSpPr>
            <a:spLocks noGrp="1"/>
          </p:cNvSpPr>
          <p:nvPr>
            <p:ph type="pic" sz="half" idx="27" hasCustomPrompt="1"/>
          </p:nvPr>
        </p:nvSpPr>
        <p:spPr>
          <a:xfrm>
            <a:off x="4641773" y="4447539"/>
            <a:ext cx="2773789" cy="1660645"/>
          </a:xfrm>
          <a:prstGeom prst="roundRect">
            <a:avLst>
              <a:gd name="adj" fmla="val 9796"/>
            </a:avLst>
          </a:prstGeom>
          <a:blipFill dpi="0"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lIns="91439" rIns="91439"/>
          <a:lstStyle>
            <a:lvl1pPr marL="0" indent="0">
              <a:buNone/>
              <a:defRPr b="0">
                <a:solidFill>
                  <a:schemeClr val="tx1"/>
                </a:solidFill>
              </a:defRPr>
            </a:lvl1pPr>
          </a:lstStyle>
          <a:p>
            <a:r>
              <a:rPr lang="fr-FR"/>
              <a:t> </a:t>
            </a:r>
            <a:endParaRPr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0B670E3-9636-A9B2-053E-6E68714864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03891" y="936286"/>
            <a:ext cx="5784218" cy="1000090"/>
          </a:xfrm>
          <a:prstGeom prst="rect">
            <a:avLst/>
          </a:prstGeom>
        </p:spPr>
        <p:txBody>
          <a:bodyPr anchor="t">
            <a:noAutofit/>
          </a:bodyPr>
          <a:lstStyle>
            <a:lvl1pPr algn="ctr">
              <a:defRPr/>
            </a:lvl1pPr>
          </a:lstStyle>
          <a:p>
            <a:r>
              <a:rPr lang="fr-FR"/>
              <a:t>Titre de la slide</a:t>
            </a:r>
          </a:p>
        </p:txBody>
      </p:sp>
    </p:spTree>
    <p:extLst>
      <p:ext uri="{BB962C8B-B14F-4D97-AF65-F5344CB8AC3E}">
        <p14:creationId xmlns:p14="http://schemas.microsoft.com/office/powerpoint/2010/main" val="26620742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3 tex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icture Placeholder 17">
            <a:extLst>
              <a:ext uri="{FF2B5EF4-FFF2-40B4-BE49-F238E27FC236}">
                <a16:creationId xmlns:a16="http://schemas.microsoft.com/office/drawing/2014/main" id="{DD0981F3-6476-72E8-E64D-6C5694986FFA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963032" y="2648906"/>
            <a:ext cx="2520158" cy="2520158"/>
          </a:xfrm>
          <a:prstGeom prst="ellipse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lIns="91439" rIns="91439"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  <a:endParaRPr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B00E41B7-08E3-FA38-AF32-A16CD057B1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03891" y="936286"/>
            <a:ext cx="5784218" cy="1127738"/>
          </a:xfrm>
          <a:prstGeom prst="rect">
            <a:avLst/>
          </a:prstGeom>
        </p:spPr>
        <p:txBody>
          <a:bodyPr anchor="t">
            <a:noAutofit/>
          </a:bodyPr>
          <a:lstStyle>
            <a:lvl1pPr algn="ctr">
              <a:defRPr/>
            </a:lvl1pPr>
          </a:lstStyle>
          <a:p>
            <a:r>
              <a:rPr lang="fr-FR"/>
              <a:t>Titre de la slide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8A337482-409C-ED80-FD38-64A8BBDBB63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2980" y="383058"/>
            <a:ext cx="5088133" cy="2470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1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/>
              <a:t>TITRE DE LA RUBRIQUE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1D1D20C5-D4A4-2AD0-26FB-00BEDFCD8CB8}"/>
              </a:ext>
            </a:extLst>
          </p:cNvPr>
          <p:cNvSpPr/>
          <p:nvPr userDrawn="1"/>
        </p:nvSpPr>
        <p:spPr>
          <a:xfrm>
            <a:off x="4819534" y="2525868"/>
            <a:ext cx="2810862" cy="2764188"/>
          </a:xfrm>
          <a:prstGeom prst="ellipse">
            <a:avLst/>
          </a:prstGeom>
          <a:noFill/>
          <a:ln w="19050">
            <a:solidFill>
              <a:schemeClr val="bg1">
                <a:lumMod val="85000"/>
                <a:alpha val="50196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  <a:latin typeface="+mj-lt"/>
            </a:endParaRPr>
          </a:p>
        </p:txBody>
      </p:sp>
      <p:sp>
        <p:nvSpPr>
          <p:cNvPr id="30" name="Espace réservé du texte 52">
            <a:extLst>
              <a:ext uri="{FF2B5EF4-FFF2-40B4-BE49-F238E27FC236}">
                <a16:creationId xmlns:a16="http://schemas.microsoft.com/office/drawing/2014/main" id="{8A449213-8D3D-3FCC-804C-E4D723DC930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955406" y="2498941"/>
            <a:ext cx="2736850" cy="212854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33" name="Espace réservé du texte 22">
            <a:extLst>
              <a:ext uri="{FF2B5EF4-FFF2-40B4-BE49-F238E27FC236}">
                <a16:creationId xmlns:a16="http://schemas.microsoft.com/office/drawing/2014/main" id="{3A710624-F58D-1FAB-3809-F85D7911D4C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420272" y="3442780"/>
            <a:ext cx="2737178" cy="768600"/>
          </a:xfrm>
        </p:spPr>
        <p:txBody>
          <a:bodyPr/>
          <a:lstStyle>
            <a:lvl1pPr marL="0" indent="0" algn="r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sz="1200">
                <a:latin typeface="Century Gothic" panose="020B0502020202020204" pitchFamily="34" charset="0"/>
              </a:rPr>
              <a:t>  ,   . Duis nec  ,   ,  .</a:t>
            </a:r>
          </a:p>
        </p:txBody>
      </p:sp>
      <p:sp>
        <p:nvSpPr>
          <p:cNvPr id="34" name="Espace réservé du texte 68">
            <a:extLst>
              <a:ext uri="{FF2B5EF4-FFF2-40B4-BE49-F238E27FC236}">
                <a16:creationId xmlns:a16="http://schemas.microsoft.com/office/drawing/2014/main" id="{8EB57249-2514-19BB-6D8B-21ABE8431CD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420694" y="3218130"/>
            <a:ext cx="2736693" cy="212854"/>
          </a:xfrm>
        </p:spPr>
        <p:txBody>
          <a:bodyPr>
            <a:noAutofit/>
          </a:bodyPr>
          <a:lstStyle>
            <a:lvl1pPr marL="0" indent="0" algn="r">
              <a:buNone/>
              <a:defRPr sz="1400" b="1">
                <a:solidFill>
                  <a:schemeClr val="accent3"/>
                </a:solidFill>
              </a:defRPr>
            </a:lvl1pPr>
            <a:lvl2pPr marL="457200" indent="0" algn="r">
              <a:buNone/>
              <a:defRPr sz="1400" b="1"/>
            </a:lvl2pPr>
            <a:lvl3pPr marL="914400" indent="0" algn="r">
              <a:buNone/>
              <a:defRPr sz="1400" b="1"/>
            </a:lvl3pPr>
            <a:lvl4pPr marL="1371600" indent="0" algn="r">
              <a:buNone/>
              <a:defRPr sz="1400" b="1"/>
            </a:lvl4pPr>
            <a:lvl5pPr marL="1828800" indent="0" algn="r">
              <a:buNone/>
              <a:defRPr sz="1400" b="1"/>
            </a:lvl5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3" name="Espace réservé du texte 17">
            <a:extLst>
              <a:ext uri="{FF2B5EF4-FFF2-40B4-BE49-F238E27FC236}">
                <a16:creationId xmlns:a16="http://schemas.microsoft.com/office/drawing/2014/main" id="{CAC8568E-9C63-E840-9015-4FB8197AEE8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955406" y="2723501"/>
            <a:ext cx="2736850" cy="745489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>
                <a:latin typeface="+mn-lt"/>
              </a:rPr>
              <a:t>  ,   . Duis nec  ,   ,  .</a:t>
            </a:r>
            <a:endParaRPr lang="fr-FR"/>
          </a:p>
        </p:txBody>
      </p:sp>
      <p:sp>
        <p:nvSpPr>
          <p:cNvPr id="11" name="Espace réservé du texte 52">
            <a:extLst>
              <a:ext uri="{FF2B5EF4-FFF2-40B4-BE49-F238E27FC236}">
                <a16:creationId xmlns:a16="http://schemas.microsoft.com/office/drawing/2014/main" id="{EFBD5D03-7351-2ED9-2704-75FF477D580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370644" y="4826342"/>
            <a:ext cx="2736850" cy="212854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accent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12" name="Espace réservé du texte 17">
            <a:extLst>
              <a:ext uri="{FF2B5EF4-FFF2-40B4-BE49-F238E27FC236}">
                <a16:creationId xmlns:a16="http://schemas.microsoft.com/office/drawing/2014/main" id="{6E26DFB3-E59E-8E60-7916-1FA9DC38A7A2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370644" y="5050902"/>
            <a:ext cx="2736850" cy="745489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>
                <a:latin typeface="+mn-lt"/>
              </a:rPr>
              <a:t>  ,   . Duis nec  ,   ,  .</a:t>
            </a:r>
            <a:endParaRPr lang="fr-FR"/>
          </a:p>
        </p:txBody>
      </p:sp>
      <p:sp>
        <p:nvSpPr>
          <p:cNvPr id="18" name="Espace réservé pour une image  16">
            <a:extLst>
              <a:ext uri="{FF2B5EF4-FFF2-40B4-BE49-F238E27FC236}">
                <a16:creationId xmlns:a16="http://schemas.microsoft.com/office/drawing/2014/main" id="{DE6F170D-C5E1-A4A9-1AE8-A60C2B5EE0F3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4312570" y="3237770"/>
            <a:ext cx="903287" cy="901700"/>
          </a:xfrm>
          <a:blipFill dpi="0"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 </a:t>
            </a:r>
          </a:p>
        </p:txBody>
      </p:sp>
      <p:sp>
        <p:nvSpPr>
          <p:cNvPr id="21" name="Espace réservé pour une image  16">
            <a:extLst>
              <a:ext uri="{FF2B5EF4-FFF2-40B4-BE49-F238E27FC236}">
                <a16:creationId xmlns:a16="http://schemas.microsoft.com/office/drawing/2014/main" id="{92D49468-DA6E-483D-48A0-0B0048C1FCF6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6870607" y="2519115"/>
            <a:ext cx="903287" cy="901700"/>
          </a:xfrm>
          <a:blipFill dpi="0"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22" name="Espace réservé pour une image  16">
            <a:extLst>
              <a:ext uri="{FF2B5EF4-FFF2-40B4-BE49-F238E27FC236}">
                <a16:creationId xmlns:a16="http://schemas.microsoft.com/office/drawing/2014/main" id="{72B11FE7-6917-C59F-47C2-102242B65126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6290765" y="4826342"/>
            <a:ext cx="903287" cy="901700"/>
          </a:xfrm>
          <a:blipFill dpi="0"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701602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 profil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aux angles arrondis">
            <a:extLst>
              <a:ext uri="{FF2B5EF4-FFF2-40B4-BE49-F238E27FC236}">
                <a16:creationId xmlns:a16="http://schemas.microsoft.com/office/drawing/2014/main" id="{7825766F-527A-DD42-1267-4C282443E7FE}"/>
              </a:ext>
            </a:extLst>
          </p:cNvPr>
          <p:cNvSpPr/>
          <p:nvPr userDrawn="1"/>
        </p:nvSpPr>
        <p:spPr>
          <a:xfrm>
            <a:off x="711200" y="750626"/>
            <a:ext cx="10769600" cy="5586673"/>
          </a:xfrm>
          <a:prstGeom prst="roundRect">
            <a:avLst>
              <a:gd name="adj" fmla="val 2325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2" name="Picture Placeholder 14">
            <a:extLst>
              <a:ext uri="{FF2B5EF4-FFF2-40B4-BE49-F238E27FC236}">
                <a16:creationId xmlns:a16="http://schemas.microsoft.com/office/drawing/2014/main" id="{48CEE941-F0AD-3735-4E3E-1957EBB93839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846408" y="2281364"/>
            <a:ext cx="2045987" cy="2045987"/>
          </a:xfrm>
          <a:prstGeom prst="ellipse">
            <a:avLst/>
          </a:prstGeom>
          <a:blipFill>
            <a:blip r:embed="rId2"/>
            <a:stretch>
              <a:fillRect/>
            </a:stretch>
          </a:blipFill>
          <a:effectLst>
            <a:outerShdw dist="101600" dir="12600000" algn="r" rotWithShape="0">
              <a:schemeClr val="bg2"/>
            </a:outerShdw>
          </a:effectLst>
        </p:spPr>
        <p:txBody>
          <a:bodyPr lIns="91439" rIns="91439"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  <a:endParaRPr/>
          </a:p>
        </p:txBody>
      </p:sp>
      <p:sp>
        <p:nvSpPr>
          <p:cNvPr id="13" name="Picture Placeholder 15">
            <a:extLst>
              <a:ext uri="{FF2B5EF4-FFF2-40B4-BE49-F238E27FC236}">
                <a16:creationId xmlns:a16="http://schemas.microsoft.com/office/drawing/2014/main" id="{B69C9A08-045E-03C2-7CE8-B80945B52D8A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366564" y="2281364"/>
            <a:ext cx="2045987" cy="2045987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effectLst>
            <a:outerShdw dist="101600" dir="12600000" algn="r" rotWithShape="0">
              <a:schemeClr val="accent2"/>
            </a:outerShdw>
          </a:effectLst>
        </p:spPr>
        <p:txBody>
          <a:bodyPr lIns="91439" rIns="91439"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  <a:endParaRPr/>
          </a:p>
        </p:txBody>
      </p:sp>
      <p:sp>
        <p:nvSpPr>
          <p:cNvPr id="14" name="Picture Placeholder 16">
            <a:extLst>
              <a:ext uri="{FF2B5EF4-FFF2-40B4-BE49-F238E27FC236}">
                <a16:creationId xmlns:a16="http://schemas.microsoft.com/office/drawing/2014/main" id="{EDFFF4FD-9D22-5B21-6A08-28A92F16C40E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886722" y="2281364"/>
            <a:ext cx="2045987" cy="2045987"/>
          </a:xfrm>
          <a:prstGeom prst="ellipse">
            <a:avLst/>
          </a:prstGeom>
          <a:blipFill>
            <a:blip r:embed="rId4"/>
            <a:stretch>
              <a:fillRect/>
            </a:stretch>
          </a:blipFill>
          <a:effectLst>
            <a:outerShdw dist="101600" dir="12600000" algn="r" rotWithShape="0">
              <a:schemeClr val="accent3"/>
            </a:outerShdw>
          </a:effectLst>
        </p:spPr>
        <p:txBody>
          <a:bodyPr lIns="91439" rIns="91439"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  <a:endParaRPr/>
          </a:p>
        </p:txBody>
      </p: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49DD4C6B-1475-D46B-789D-74315F0E0A9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406877" y="2281364"/>
            <a:ext cx="2045987" cy="2045987"/>
          </a:xfrm>
          <a:prstGeom prst="ellipse">
            <a:avLst/>
          </a:prstGeom>
          <a:blipFill>
            <a:blip r:embed="rId5"/>
            <a:stretch>
              <a:fillRect/>
            </a:stretch>
          </a:blipFill>
          <a:effectLst>
            <a:outerShdw dist="101600" dir="12600000" algn="r" rotWithShape="0">
              <a:schemeClr val="accent1"/>
            </a:outerShdw>
          </a:effectLst>
        </p:spPr>
        <p:txBody>
          <a:bodyPr lIns="91439" rIns="91439"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  <a:endParaRPr/>
          </a:p>
        </p:txBody>
      </p:sp>
      <p:sp>
        <p:nvSpPr>
          <p:cNvPr id="15" name="Espace réservé du texte 6">
            <a:extLst>
              <a:ext uri="{FF2B5EF4-FFF2-40B4-BE49-F238E27FC236}">
                <a16:creationId xmlns:a16="http://schemas.microsoft.com/office/drawing/2014/main" id="{80E0E42B-939C-CAC2-8892-C2A471F3A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10558" y="4834863"/>
            <a:ext cx="2142306" cy="7376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algn="ctr"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>
                <a:latin typeface="Century Gothic" panose="020B0502020202020204" pitchFamily="34" charset="0"/>
              </a:rPr>
              <a:t>  </a:t>
            </a:r>
            <a:r>
              <a:rPr lang="fr-FR" err="1">
                <a:latin typeface="Century Gothic" panose="020B0502020202020204" pitchFamily="34" charset="0"/>
              </a:rPr>
              <a:t>eius</a:t>
            </a:r>
            <a:r>
              <a:rPr lang="fr-FR">
                <a:latin typeface="Century Gothic" panose="020B0502020202020204" pitchFamily="34" charset="0"/>
              </a:rPr>
              <a:t>   .</a:t>
            </a:r>
          </a:p>
        </p:txBody>
      </p:sp>
      <p:sp>
        <p:nvSpPr>
          <p:cNvPr id="16" name="Espace réservé du texte 6">
            <a:extLst>
              <a:ext uri="{FF2B5EF4-FFF2-40B4-BE49-F238E27FC236}">
                <a16:creationId xmlns:a16="http://schemas.microsoft.com/office/drawing/2014/main" id="{D4C6F830-D14E-6950-6E75-5B3EA4C5BB5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10559" y="4609699"/>
            <a:ext cx="2142305" cy="199653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ctr">
              <a:buNone/>
              <a:defRPr sz="1400" b="1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algn="ctr"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 sz="1400">
                <a:latin typeface="Century Gothic" panose="020B0502020202020204" pitchFamily="34" charset="0"/>
              </a:rPr>
              <a:t>Titre</a:t>
            </a:r>
            <a:endParaRPr lang="fr-FR">
              <a:latin typeface="Century Gothic" panose="020B0502020202020204" pitchFamily="34" charset="0"/>
            </a:endParaRPr>
          </a:p>
        </p:txBody>
      </p:sp>
      <p:sp>
        <p:nvSpPr>
          <p:cNvPr id="18" name="Espace réservé du texte 6">
            <a:extLst>
              <a:ext uri="{FF2B5EF4-FFF2-40B4-BE49-F238E27FC236}">
                <a16:creationId xmlns:a16="http://schemas.microsoft.com/office/drawing/2014/main" id="{836FA60C-ED34-AD55-DF32-C8B4A6A86C3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811162" y="4834863"/>
            <a:ext cx="2142306" cy="7376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algn="ctr"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>
                <a:latin typeface="Century Gothic" panose="020B0502020202020204" pitchFamily="34" charset="0"/>
              </a:rPr>
              <a:t>  </a:t>
            </a:r>
            <a:r>
              <a:rPr lang="fr-FR" err="1">
                <a:latin typeface="Century Gothic" panose="020B0502020202020204" pitchFamily="34" charset="0"/>
              </a:rPr>
              <a:t>eius</a:t>
            </a:r>
            <a:r>
              <a:rPr lang="fr-FR">
                <a:latin typeface="Century Gothic" panose="020B0502020202020204" pitchFamily="34" charset="0"/>
              </a:rPr>
              <a:t>   .</a:t>
            </a:r>
          </a:p>
        </p:txBody>
      </p:sp>
      <p:sp>
        <p:nvSpPr>
          <p:cNvPr id="19" name="Espace réservé du texte 6">
            <a:extLst>
              <a:ext uri="{FF2B5EF4-FFF2-40B4-BE49-F238E27FC236}">
                <a16:creationId xmlns:a16="http://schemas.microsoft.com/office/drawing/2014/main" id="{E5960CE4-3F32-C773-206F-82104A012DD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11766" y="4834863"/>
            <a:ext cx="2142306" cy="7376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algn="ctr"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>
                <a:latin typeface="Century Gothic" panose="020B0502020202020204" pitchFamily="34" charset="0"/>
              </a:rPr>
              <a:t>  </a:t>
            </a:r>
            <a:r>
              <a:rPr lang="fr-FR" err="1">
                <a:latin typeface="Century Gothic" panose="020B0502020202020204" pitchFamily="34" charset="0"/>
              </a:rPr>
              <a:t>eius</a:t>
            </a:r>
            <a:r>
              <a:rPr lang="fr-FR">
                <a:latin typeface="Century Gothic" panose="020B0502020202020204" pitchFamily="34" charset="0"/>
              </a:rPr>
              <a:t>   .</a:t>
            </a:r>
          </a:p>
        </p:txBody>
      </p:sp>
      <p:sp>
        <p:nvSpPr>
          <p:cNvPr id="20" name="Espace réservé du texte 6">
            <a:extLst>
              <a:ext uri="{FF2B5EF4-FFF2-40B4-BE49-F238E27FC236}">
                <a16:creationId xmlns:a16="http://schemas.microsoft.com/office/drawing/2014/main" id="{970BDDF5-1416-B472-CBE7-C77E605DF5B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812370" y="4834863"/>
            <a:ext cx="2142306" cy="7376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algn="ctr"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>
                <a:latin typeface="Century Gothic" panose="020B0502020202020204" pitchFamily="34" charset="0"/>
              </a:rPr>
              <a:t>  </a:t>
            </a:r>
            <a:r>
              <a:rPr lang="fr-FR" err="1">
                <a:latin typeface="Century Gothic" panose="020B0502020202020204" pitchFamily="34" charset="0"/>
              </a:rPr>
              <a:t>eius</a:t>
            </a:r>
            <a:r>
              <a:rPr lang="fr-FR">
                <a:latin typeface="Century Gothic" panose="020B0502020202020204" pitchFamily="34" charset="0"/>
              </a:rPr>
              <a:t>   .</a:t>
            </a:r>
          </a:p>
        </p:txBody>
      </p:sp>
      <p:sp>
        <p:nvSpPr>
          <p:cNvPr id="28" name="Espace réservé du texte 6">
            <a:extLst>
              <a:ext uri="{FF2B5EF4-FFF2-40B4-BE49-F238E27FC236}">
                <a16:creationId xmlns:a16="http://schemas.microsoft.com/office/drawing/2014/main" id="{D159C26B-46B6-37B3-4406-A37A83920F5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811163" y="4609699"/>
            <a:ext cx="2142305" cy="199653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ctr">
              <a:buNone/>
              <a:defRPr sz="1400" b="1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algn="ctr"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 sz="1400">
                <a:latin typeface="Century Gothic" panose="020B0502020202020204" pitchFamily="34" charset="0"/>
              </a:rPr>
              <a:t>Titre</a:t>
            </a:r>
            <a:endParaRPr lang="fr-FR">
              <a:latin typeface="Century Gothic" panose="020B0502020202020204" pitchFamily="34" charset="0"/>
            </a:endParaRPr>
          </a:p>
        </p:txBody>
      </p:sp>
      <p:sp>
        <p:nvSpPr>
          <p:cNvPr id="29" name="Espace réservé du texte 6">
            <a:extLst>
              <a:ext uri="{FF2B5EF4-FFF2-40B4-BE49-F238E27FC236}">
                <a16:creationId xmlns:a16="http://schemas.microsoft.com/office/drawing/2014/main" id="{997D5EC7-68C7-62A8-A79F-1F6011F420C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311767" y="4609699"/>
            <a:ext cx="2142305" cy="199653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ctr">
              <a:buNone/>
              <a:defRPr sz="1400" b="1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algn="ctr"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 sz="1400">
                <a:latin typeface="Century Gothic" panose="020B0502020202020204" pitchFamily="34" charset="0"/>
              </a:rPr>
              <a:t>Titre</a:t>
            </a:r>
            <a:endParaRPr lang="fr-FR">
              <a:latin typeface="Century Gothic" panose="020B0502020202020204" pitchFamily="34" charset="0"/>
            </a:endParaRPr>
          </a:p>
        </p:txBody>
      </p:sp>
      <p:sp>
        <p:nvSpPr>
          <p:cNvPr id="30" name="Espace réservé du texte 6">
            <a:extLst>
              <a:ext uri="{FF2B5EF4-FFF2-40B4-BE49-F238E27FC236}">
                <a16:creationId xmlns:a16="http://schemas.microsoft.com/office/drawing/2014/main" id="{429C9E41-F815-37B7-3AE0-90E2CDD266C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812371" y="4609699"/>
            <a:ext cx="2142305" cy="199653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ctr">
              <a:buNone/>
              <a:defRPr sz="1400" b="1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algn="ctr"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 sz="1400">
                <a:latin typeface="Century Gothic" panose="020B0502020202020204" pitchFamily="34" charset="0"/>
              </a:rPr>
              <a:t>Titre</a:t>
            </a:r>
            <a:endParaRPr lang="fr-FR">
              <a:latin typeface="Century Gothic" panose="020B0502020202020204" pitchFamily="34" charset="0"/>
            </a:endParaRPr>
          </a:p>
        </p:txBody>
      </p:sp>
      <p:sp>
        <p:nvSpPr>
          <p:cNvPr id="32" name="Espace réservé du texte 6">
            <a:extLst>
              <a:ext uri="{FF2B5EF4-FFF2-40B4-BE49-F238E27FC236}">
                <a16:creationId xmlns:a16="http://schemas.microsoft.com/office/drawing/2014/main" id="{9BBFB7EA-B178-A5CC-F341-DFD9049B49F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22980" y="383058"/>
            <a:ext cx="5088133" cy="2470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/>
              <a:t>TITRE DE LA RUBRIQUE</a:t>
            </a:r>
          </a:p>
        </p:txBody>
      </p:sp>
      <p:pic>
        <p:nvPicPr>
          <p:cNvPr id="2" name="Image 1" descr="Une image contenant Police, Graphique, logo, symbole&#10;&#10;Description générée automatiquement">
            <a:extLst>
              <a:ext uri="{FF2B5EF4-FFF2-40B4-BE49-F238E27FC236}">
                <a16:creationId xmlns:a16="http://schemas.microsoft.com/office/drawing/2014/main" id="{C0C7D08D-527D-9545-8994-5CC93DB4629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 rot="16200000">
            <a:off x="11287925" y="850854"/>
            <a:ext cx="1002857" cy="327600"/>
          </a:xfrm>
          <a:prstGeom prst="rect">
            <a:avLst/>
          </a:prstGeom>
        </p:spPr>
      </p:pic>
      <p:sp>
        <p:nvSpPr>
          <p:cNvPr id="7" name="Titre 1">
            <a:extLst>
              <a:ext uri="{FF2B5EF4-FFF2-40B4-BE49-F238E27FC236}">
                <a16:creationId xmlns:a16="http://schemas.microsoft.com/office/drawing/2014/main" id="{6EB2EA43-F0F3-8549-CBA8-0B21B293C8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03891" y="936286"/>
            <a:ext cx="5784218" cy="1127738"/>
          </a:xfrm>
          <a:prstGeom prst="rect">
            <a:avLst/>
          </a:prstGeom>
        </p:spPr>
        <p:txBody>
          <a:bodyPr anchor="t">
            <a:noAutofit/>
          </a:bodyPr>
          <a:lstStyle>
            <a:lvl1pPr algn="ctr">
              <a:defRPr/>
            </a:lvl1pPr>
          </a:lstStyle>
          <a:p>
            <a:r>
              <a:rPr lang="fr-FR"/>
              <a:t>Titre de la slide</a:t>
            </a:r>
          </a:p>
        </p:txBody>
      </p:sp>
    </p:spTree>
    <p:extLst>
      <p:ext uri="{BB962C8B-B14F-4D97-AF65-F5344CB8AC3E}">
        <p14:creationId xmlns:p14="http://schemas.microsoft.com/office/powerpoint/2010/main" val="9063620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f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6">
            <a:extLst>
              <a:ext uri="{FF2B5EF4-FFF2-40B4-BE49-F238E27FC236}">
                <a16:creationId xmlns:a16="http://schemas.microsoft.com/office/drawing/2014/main" id="{03DB4A62-1E0B-8C1B-5E35-501DA925630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807394" y="3048433"/>
            <a:ext cx="5088133" cy="3703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/>
              <a:t>XX ans d’expérience</a:t>
            </a:r>
          </a:p>
        </p:txBody>
      </p:sp>
      <p:sp>
        <p:nvSpPr>
          <p:cNvPr id="10" name="Espace réservé du texte 6">
            <a:extLst>
              <a:ext uri="{FF2B5EF4-FFF2-40B4-BE49-F238E27FC236}">
                <a16:creationId xmlns:a16="http://schemas.microsoft.com/office/drawing/2014/main" id="{EB496A9F-30C5-10E4-B720-7EDF98A3373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807393" y="2721972"/>
            <a:ext cx="5088133" cy="3703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/>
              <a:t>Poste, entité</a:t>
            </a:r>
          </a:p>
        </p:txBody>
      </p:sp>
      <p:sp>
        <p:nvSpPr>
          <p:cNvPr id="11" name="Espace réservé du texte 6">
            <a:extLst>
              <a:ext uri="{FF2B5EF4-FFF2-40B4-BE49-F238E27FC236}">
                <a16:creationId xmlns:a16="http://schemas.microsoft.com/office/drawing/2014/main" id="{70EAFBEB-2235-FB83-C88E-EA2CF66D121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807392" y="2042215"/>
            <a:ext cx="5088133" cy="635891"/>
          </a:xfrm>
          <a:prstGeom prst="rect">
            <a:avLst/>
          </a:prstGeo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4000" b="1" i="0">
                <a:ln>
                  <a:noFill/>
                </a:ln>
                <a:solidFill>
                  <a:schemeClr val="accent3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/>
              <a:t>Prénom</a:t>
            </a:r>
          </a:p>
        </p:txBody>
      </p:sp>
      <p:sp>
        <p:nvSpPr>
          <p:cNvPr id="23" name="Espace réservé pour une image  22">
            <a:extLst>
              <a:ext uri="{FF2B5EF4-FFF2-40B4-BE49-F238E27FC236}">
                <a16:creationId xmlns:a16="http://schemas.microsoft.com/office/drawing/2014/main" id="{9AEAF141-43C7-98BF-D3FA-FC4DDC028BDD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-14237" y="-1"/>
            <a:ext cx="4626301" cy="6858001"/>
          </a:xfrm>
          <a:custGeom>
            <a:avLst/>
            <a:gdLst>
              <a:gd name="connsiteX0" fmla="*/ 0 w 4645577"/>
              <a:gd name="connsiteY0" fmla="*/ 0 h 6886575"/>
              <a:gd name="connsiteX1" fmla="*/ 4168376 w 4645577"/>
              <a:gd name="connsiteY1" fmla="*/ 0 h 6886575"/>
              <a:gd name="connsiteX2" fmla="*/ 4262498 w 4645577"/>
              <a:gd name="connsiteY2" fmla="*/ 9488 h 6886575"/>
              <a:gd name="connsiteX3" fmla="*/ 4635831 w 4645577"/>
              <a:gd name="connsiteY3" fmla="*/ 382822 h 6886575"/>
              <a:gd name="connsiteX4" fmla="*/ 4645577 w 4645577"/>
              <a:gd name="connsiteY4" fmla="*/ 479502 h 6886575"/>
              <a:gd name="connsiteX5" fmla="*/ 4645577 w 4645577"/>
              <a:gd name="connsiteY5" fmla="*/ 6406814 h 6886575"/>
              <a:gd name="connsiteX6" fmla="*/ 4635831 w 4645577"/>
              <a:gd name="connsiteY6" fmla="*/ 6503495 h 6886575"/>
              <a:gd name="connsiteX7" fmla="*/ 4165807 w 4645577"/>
              <a:gd name="connsiteY7" fmla="*/ 6886575 h 6886575"/>
              <a:gd name="connsiteX8" fmla="*/ 0 w 4645577"/>
              <a:gd name="connsiteY8" fmla="*/ 6886575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45577" h="6886575">
                <a:moveTo>
                  <a:pt x="0" y="0"/>
                </a:moveTo>
                <a:lnTo>
                  <a:pt x="4168376" y="0"/>
                </a:lnTo>
                <a:lnTo>
                  <a:pt x="4262498" y="9488"/>
                </a:lnTo>
                <a:cubicBezTo>
                  <a:pt x="4449889" y="47834"/>
                  <a:pt x="4597485" y="195430"/>
                  <a:pt x="4635831" y="382822"/>
                </a:cubicBezTo>
                <a:lnTo>
                  <a:pt x="4645577" y="479502"/>
                </a:lnTo>
                <a:lnTo>
                  <a:pt x="4645577" y="6406814"/>
                </a:lnTo>
                <a:lnTo>
                  <a:pt x="4635831" y="6503495"/>
                </a:lnTo>
                <a:cubicBezTo>
                  <a:pt x="4591094" y="6722118"/>
                  <a:pt x="4397656" y="6886575"/>
                  <a:pt x="4165807" y="6886575"/>
                </a:cubicBezTo>
                <a:lnTo>
                  <a:pt x="0" y="6886575"/>
                </a:lnTo>
                <a:close/>
              </a:path>
            </a:pathLst>
          </a:cu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26" name="Espace réservé du texte 6">
            <a:extLst>
              <a:ext uri="{FF2B5EF4-FFF2-40B4-BE49-F238E27FC236}">
                <a16:creationId xmlns:a16="http://schemas.microsoft.com/office/drawing/2014/main" id="{8EF3B277-55B2-9914-AFAC-FD4CB2680A2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60276" y="383058"/>
            <a:ext cx="5088133" cy="2470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1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/>
              <a:t>TITRE DE LA RUBRIQUE</a:t>
            </a:r>
          </a:p>
        </p:txBody>
      </p:sp>
      <p:sp>
        <p:nvSpPr>
          <p:cNvPr id="3" name="Espace réservé du texte 17">
            <a:extLst>
              <a:ext uri="{FF2B5EF4-FFF2-40B4-BE49-F238E27FC236}">
                <a16:creationId xmlns:a16="http://schemas.microsoft.com/office/drawing/2014/main" id="{847BCEDF-A678-9623-9326-2CB1492301B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807392" y="4389991"/>
            <a:ext cx="5141017" cy="1629807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>
                <a:latin typeface="+mn-lt"/>
              </a:rPr>
              <a:t>  ,   . Duis nec  ,   ,   , pulvinar   ,   ante.  ,  at  , id    et .  in    et    ;  a  at  </a:t>
            </a:r>
            <a:r>
              <a:rPr lang="fr-FR" dirty="0" err="1">
                <a:latin typeface="+mn-lt"/>
              </a:rPr>
              <a:t>consequat</a:t>
            </a:r>
            <a:r>
              <a:rPr lang="fr-FR" dirty="0">
                <a:latin typeface="+mn-lt"/>
              </a:rPr>
              <a:t>   vitae   ,   . Duis nec  ,   ,  . </a:t>
            </a:r>
            <a:endParaRPr lang="fr-FR" dirty="0"/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3E802AEA-C127-F3C3-D957-97BFB9E41B70}"/>
              </a:ext>
            </a:extLst>
          </p:cNvPr>
          <p:cNvSpPr>
            <a:spLocks noGrp="1"/>
          </p:cNvSpPr>
          <p:nvPr>
            <p:ph type="pic" sz="half" idx="21" hasCustomPrompt="1"/>
          </p:nvPr>
        </p:nvSpPr>
        <p:spPr>
          <a:xfrm rot="803918">
            <a:off x="3985842" y="827401"/>
            <a:ext cx="1305144" cy="1302060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lIns="91439" rIns="91439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 </a:t>
            </a:r>
            <a:endParaRPr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04CF96A-D60D-3494-35F6-37AFBBAA9743}"/>
              </a:ext>
            </a:extLst>
          </p:cNvPr>
          <p:cNvSpPr>
            <a:spLocks noGrp="1"/>
          </p:cNvSpPr>
          <p:nvPr>
            <p:ph type="pic" sz="half" idx="44" hasCustomPrompt="1"/>
          </p:nvPr>
        </p:nvSpPr>
        <p:spPr>
          <a:xfrm rot="803918">
            <a:off x="4048633" y="7235457"/>
            <a:ext cx="1305144" cy="1302060"/>
          </a:xfrm>
          <a:prstGeom prst="ellipse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lIns="91439" rIns="91439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 </a:t>
            </a:r>
            <a:endParaRPr/>
          </a:p>
        </p:txBody>
      </p:sp>
      <p:sp>
        <p:nvSpPr>
          <p:cNvPr id="12" name="Espace réservé du texte 17">
            <a:extLst>
              <a:ext uri="{FF2B5EF4-FFF2-40B4-BE49-F238E27FC236}">
                <a16:creationId xmlns:a16="http://schemas.microsoft.com/office/drawing/2014/main" id="{F773743C-5DF6-4703-3BF6-75DA7C446FE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807392" y="3861514"/>
            <a:ext cx="5141017" cy="185494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>
                <a:latin typeface="+mn-lt"/>
              </a:rPr>
              <a:t>Mail : </a:t>
            </a:r>
            <a:r>
              <a:rPr lang="fr-FR" dirty="0" err="1">
                <a:latin typeface="+mn-lt"/>
              </a:rPr>
              <a:t>nom.prenom@exalt-company.com</a:t>
            </a:r>
            <a:endParaRPr lang="fr-FR" dirty="0"/>
          </a:p>
        </p:txBody>
      </p:sp>
      <p:sp>
        <p:nvSpPr>
          <p:cNvPr id="13" name="Espace réservé du texte 17">
            <a:extLst>
              <a:ext uri="{FF2B5EF4-FFF2-40B4-BE49-F238E27FC236}">
                <a16:creationId xmlns:a16="http://schemas.microsoft.com/office/drawing/2014/main" id="{7B0AC484-493C-5949-F4D5-309DC5B733D3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807392" y="4047008"/>
            <a:ext cx="5141017" cy="185494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>
                <a:latin typeface="+mn-lt"/>
              </a:rPr>
              <a:t>Tel : 06.12.34.56.78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396475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ture écran - Pay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6">
            <a:extLst>
              <a:ext uri="{FF2B5EF4-FFF2-40B4-BE49-F238E27FC236}">
                <a16:creationId xmlns:a16="http://schemas.microsoft.com/office/drawing/2014/main" id="{9752A8A3-00AA-044D-23EE-FF170CFCD9F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2980" y="383058"/>
            <a:ext cx="5088133" cy="2470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1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/>
              <a:t>TITRE DE LA RUBRIQUE</a:t>
            </a:r>
          </a:p>
        </p:txBody>
      </p:sp>
      <p:sp>
        <p:nvSpPr>
          <p:cNvPr id="24" name="Espace réservé du texte 22">
            <a:extLst>
              <a:ext uri="{FF2B5EF4-FFF2-40B4-BE49-F238E27FC236}">
                <a16:creationId xmlns:a16="http://schemas.microsoft.com/office/drawing/2014/main" id="{6C6720CC-1462-5D1A-1068-CD1AD069BB0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980968" y="2997449"/>
            <a:ext cx="3441154" cy="248895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>
                <a:latin typeface="+mn-lt"/>
              </a:rPr>
              <a:t>  ,   . Duis nec  ,   ,   , pulvinar   ,   ante.  ,  at  , id    et .  in    et    ;  a  at  </a:t>
            </a:r>
            <a:r>
              <a:rPr lang="fr-FR" dirty="0" err="1">
                <a:latin typeface="+mn-lt"/>
              </a:rPr>
              <a:t>consequat</a:t>
            </a:r>
            <a:r>
              <a:rPr lang="fr-FR" dirty="0">
                <a:latin typeface="+mn-lt"/>
              </a:rPr>
              <a:t>   vitae   ,   . Duis nec  ,   ,   , pulvinar   ,   ante.</a:t>
            </a:r>
            <a:endParaRPr lang="fr-FR" dirty="0"/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86DA7B22-7991-E16E-BEF0-DE2DB7D65F37}"/>
              </a:ext>
            </a:extLst>
          </p:cNvPr>
          <p:cNvSpPr>
            <a:spLocks noGrp="1"/>
          </p:cNvSpPr>
          <p:nvPr>
            <p:ph type="pic" sz="half" idx="21" hasCustomPrompt="1"/>
          </p:nvPr>
        </p:nvSpPr>
        <p:spPr>
          <a:xfrm rot="21409883">
            <a:off x="1053603" y="2318735"/>
            <a:ext cx="6368375" cy="3713833"/>
          </a:xfrm>
          <a:prstGeom prst="roundRect">
            <a:avLst>
              <a:gd name="adj" fmla="val 3641"/>
            </a:avLst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9525">
            <a:solidFill>
              <a:schemeClr val="accent1">
                <a:lumMod val="20000"/>
                <a:lumOff val="80000"/>
              </a:schemeClr>
            </a:solidFill>
          </a:ln>
          <a:effectLst>
            <a:outerShdw dist="139700" dir="8100000" algn="ctr" rotWithShape="0">
              <a:schemeClr val="accent1"/>
            </a:outerShdw>
          </a:effectLst>
        </p:spPr>
        <p:txBody>
          <a:bodyPr lIns="91439" rIns="91439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 </a:t>
            </a:r>
            <a:endParaRPr/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CC6A8DE4-3A59-2F33-E7E6-EB46107585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9874" y="936286"/>
            <a:ext cx="9745726" cy="661988"/>
          </a:xfrm>
          <a:prstGeom prst="rect">
            <a:avLst/>
          </a:prstGeom>
        </p:spPr>
        <p:txBody>
          <a:bodyPr anchor="t">
            <a:noAutofit/>
          </a:bodyPr>
          <a:lstStyle/>
          <a:p>
            <a:r>
              <a:rPr lang="fr-FR"/>
              <a:t>Titre de la slide</a:t>
            </a:r>
          </a:p>
        </p:txBody>
      </p:sp>
    </p:spTree>
    <p:extLst>
      <p:ext uri="{BB962C8B-B14F-4D97-AF65-F5344CB8AC3E}">
        <p14:creationId xmlns:p14="http://schemas.microsoft.com/office/powerpoint/2010/main" val="33567614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ture écran - Portra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6">
            <a:extLst>
              <a:ext uri="{FF2B5EF4-FFF2-40B4-BE49-F238E27FC236}">
                <a16:creationId xmlns:a16="http://schemas.microsoft.com/office/drawing/2014/main" id="{1F9CBC4D-8416-1C7E-ED9F-D527C9F3099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2980" y="383058"/>
            <a:ext cx="5088133" cy="2470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1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/>
              <a:t>TITRE DE LA RUBRIQUE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62D06CEA-A925-BBFF-E46B-55A74BE520A9}"/>
              </a:ext>
            </a:extLst>
          </p:cNvPr>
          <p:cNvSpPr>
            <a:spLocks noGrp="1"/>
          </p:cNvSpPr>
          <p:nvPr>
            <p:ph type="pic" sz="half" idx="21" hasCustomPrompt="1"/>
          </p:nvPr>
        </p:nvSpPr>
        <p:spPr>
          <a:xfrm rot="290770">
            <a:off x="6772787" y="1842856"/>
            <a:ext cx="4282440" cy="3846255"/>
          </a:xfrm>
          <a:prstGeom prst="roundRect">
            <a:avLst>
              <a:gd name="adj" fmla="val 4513"/>
            </a:avLst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9525">
            <a:solidFill>
              <a:schemeClr val="accent1">
                <a:lumMod val="20000"/>
                <a:lumOff val="80000"/>
              </a:schemeClr>
            </a:solidFill>
          </a:ln>
          <a:effectLst>
            <a:outerShdw dist="139700" dir="2700000" algn="tl" rotWithShape="0">
              <a:schemeClr val="accent1"/>
            </a:outerShdw>
          </a:effectLst>
        </p:spPr>
        <p:txBody>
          <a:bodyPr lIns="91439" rIns="91439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 </a:t>
            </a:r>
            <a:endParaRPr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2CA88530-CD4B-8424-DC0B-0F72547EC8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9875" y="936286"/>
            <a:ext cx="5044736" cy="1127738"/>
          </a:xfrm>
          <a:prstGeom prst="rect">
            <a:avLst/>
          </a:prstGeom>
        </p:spPr>
        <p:txBody>
          <a:bodyPr anchor="t">
            <a:noAutofit/>
          </a:bodyPr>
          <a:lstStyle/>
          <a:p>
            <a:r>
              <a:rPr lang="fr-FR"/>
              <a:t>Titre de la slide</a:t>
            </a:r>
          </a:p>
        </p:txBody>
      </p:sp>
      <p:sp>
        <p:nvSpPr>
          <p:cNvPr id="9" name="Espace réservé du texte 17">
            <a:extLst>
              <a:ext uri="{FF2B5EF4-FFF2-40B4-BE49-F238E27FC236}">
                <a16:creationId xmlns:a16="http://schemas.microsoft.com/office/drawing/2014/main" id="{5E654E1A-AEFF-E090-42CB-417CC2FEF130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769873" y="2800452"/>
            <a:ext cx="4741239" cy="2373432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>
                <a:latin typeface="+mn-lt"/>
              </a:rPr>
              <a:t>  ,   . Duis nec  ,   ,   , pulvinar   ,   ante.  ,  at  , id    et .  in    et    ;  a  at  </a:t>
            </a:r>
            <a:r>
              <a:rPr lang="fr-FR" dirty="0" err="1">
                <a:latin typeface="+mn-lt"/>
              </a:rPr>
              <a:t>consequat</a:t>
            </a:r>
            <a:r>
              <a:rPr lang="fr-FR" dirty="0">
                <a:latin typeface="+mn-lt"/>
              </a:rPr>
              <a:t>   vitae   libero, at   </a:t>
            </a:r>
            <a:r>
              <a:rPr lang="fr-FR" dirty="0" err="1">
                <a:latin typeface="+mn-lt"/>
              </a:rPr>
              <a:t>consequat</a:t>
            </a:r>
            <a:r>
              <a:rPr lang="fr-FR" dirty="0">
                <a:latin typeface="+mn-lt"/>
              </a:rPr>
              <a:t>  et mi , porta .  non      ,   . Nam at magna id est     ,  a  ,  libero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706496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véoles + texte + icônes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space réservé pour une image  6">
            <a:extLst>
              <a:ext uri="{FF2B5EF4-FFF2-40B4-BE49-F238E27FC236}">
                <a16:creationId xmlns:a16="http://schemas.microsoft.com/office/drawing/2014/main" id="{C57F60D7-992A-DAB0-C01D-22DE56B8632B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9351657" y="1749307"/>
            <a:ext cx="2214000" cy="5814000"/>
          </a:xfrm>
          <a:blipFill dpi="0"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 </a:t>
            </a:r>
          </a:p>
        </p:txBody>
      </p:sp>
      <p:sp>
        <p:nvSpPr>
          <p:cNvPr id="21" name="Espace réservé pour une image  6">
            <a:extLst>
              <a:ext uri="{FF2B5EF4-FFF2-40B4-BE49-F238E27FC236}">
                <a16:creationId xmlns:a16="http://schemas.microsoft.com/office/drawing/2014/main" id="{1F7D3238-84CF-A036-BF5E-E13B8BB6B04C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 rot="10800000">
            <a:off x="6996563" y="-334538"/>
            <a:ext cx="2214000" cy="5814000"/>
          </a:xfrm>
          <a:blipFill dpi="0"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15DA3F11-D1D2-FBEC-142F-252093C8F5A2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4688194" y="1749307"/>
            <a:ext cx="2214000" cy="5814000"/>
          </a:xfrm>
          <a:blipFill dpi="0"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13" name="Espace réservé du texte 6">
            <a:extLst>
              <a:ext uri="{FF2B5EF4-FFF2-40B4-BE49-F238E27FC236}">
                <a16:creationId xmlns:a16="http://schemas.microsoft.com/office/drawing/2014/main" id="{D3729E62-A79C-69AF-D095-33CD119F592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2980" y="383058"/>
            <a:ext cx="5088133" cy="2470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1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/>
              <a:t>TITRE DE LA RUBRIQUE</a:t>
            </a:r>
          </a:p>
        </p:txBody>
      </p:sp>
      <p:sp>
        <p:nvSpPr>
          <p:cNvPr id="18" name="Espace réservé du texte 6">
            <a:extLst>
              <a:ext uri="{FF2B5EF4-FFF2-40B4-BE49-F238E27FC236}">
                <a16:creationId xmlns:a16="http://schemas.microsoft.com/office/drawing/2014/main" id="{6ED90B70-A01C-879D-3914-2633D321BDC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69874" y="3177522"/>
            <a:ext cx="2829109" cy="3005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rgbClr val="F42C9C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BF6CCCA-73DC-0B07-E056-52EABCC38A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9875" y="936286"/>
            <a:ext cx="5044736" cy="1127738"/>
          </a:xfrm>
          <a:prstGeom prst="rect">
            <a:avLst/>
          </a:prstGeom>
        </p:spPr>
        <p:txBody>
          <a:bodyPr anchor="t">
            <a:noAutofit/>
          </a:bodyPr>
          <a:lstStyle/>
          <a:p>
            <a:r>
              <a:rPr lang="fr-FR"/>
              <a:t>Titre de la slide</a:t>
            </a:r>
          </a:p>
        </p:txBody>
      </p:sp>
      <p:sp>
        <p:nvSpPr>
          <p:cNvPr id="25" name="Espace réservé du texte 17">
            <a:extLst>
              <a:ext uri="{FF2B5EF4-FFF2-40B4-BE49-F238E27FC236}">
                <a16:creationId xmlns:a16="http://schemas.microsoft.com/office/drawing/2014/main" id="{39BC2CE2-A81A-C39D-1EE3-AF66AF5A3C27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69873" y="3525582"/>
            <a:ext cx="2829109" cy="1416938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>
                <a:latin typeface="+mn-lt"/>
              </a:rPr>
              <a:t>  ,   . Duis nec  ,   ,   , pulvinar   ,   ante.  ,  at  .</a:t>
            </a:r>
            <a:endParaRPr lang="fr-FR"/>
          </a:p>
        </p:txBody>
      </p:sp>
      <p:sp>
        <p:nvSpPr>
          <p:cNvPr id="27" name="Espace réservé du texte 17">
            <a:extLst>
              <a:ext uri="{FF2B5EF4-FFF2-40B4-BE49-F238E27FC236}">
                <a16:creationId xmlns:a16="http://schemas.microsoft.com/office/drawing/2014/main" id="{F4184BA8-1CCF-8710-2257-14B4A99C00D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92528" y="4177834"/>
            <a:ext cx="2001221" cy="1947544"/>
          </a:xfr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>
                <a:latin typeface="+mn-lt"/>
              </a:rPr>
              <a:t>  ,   . Duis nec  ,   ,   , pulvinar   ,   ante.  ,  at  .</a:t>
            </a:r>
            <a:endParaRPr lang="fr-FR"/>
          </a:p>
        </p:txBody>
      </p:sp>
      <p:sp>
        <p:nvSpPr>
          <p:cNvPr id="29" name="Espace réservé du texte 17">
            <a:extLst>
              <a:ext uri="{FF2B5EF4-FFF2-40B4-BE49-F238E27FC236}">
                <a16:creationId xmlns:a16="http://schemas.microsoft.com/office/drawing/2014/main" id="{02A0D661-00FD-522C-BFB9-6DF338FFC65F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121739" y="1090252"/>
            <a:ext cx="2001221" cy="1947544"/>
          </a:xfrm>
        </p:spPr>
        <p:txBody>
          <a:bodyPr anchor="b"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>
                <a:latin typeface="+mn-lt"/>
              </a:rPr>
              <a:t>  ,   . Duis nec  ,   ,   , pulvinar   ,   ante.  ,  at  .</a:t>
            </a:r>
            <a:endParaRPr lang="fr-FR"/>
          </a:p>
        </p:txBody>
      </p:sp>
      <p:sp>
        <p:nvSpPr>
          <p:cNvPr id="31" name="Espace réservé du texte 17">
            <a:extLst>
              <a:ext uri="{FF2B5EF4-FFF2-40B4-BE49-F238E27FC236}">
                <a16:creationId xmlns:a16="http://schemas.microsoft.com/office/drawing/2014/main" id="{A85624FD-3299-CFAB-E57B-395219BFD26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450738" y="4177834"/>
            <a:ext cx="2001221" cy="1947544"/>
          </a:xfr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>
                <a:latin typeface="+mn-lt"/>
              </a:rPr>
              <a:t>  ,   . Duis nec  ,   ,   , pulvinar   ,   ante.  ,  at  .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59502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véoles + texte + icônes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Espace réservé pour une image  6">
            <a:extLst>
              <a:ext uri="{FF2B5EF4-FFF2-40B4-BE49-F238E27FC236}">
                <a16:creationId xmlns:a16="http://schemas.microsoft.com/office/drawing/2014/main" id="{A3763F8A-8470-74B9-E294-3D32B6C53977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4588644" y="3294455"/>
            <a:ext cx="2149200" cy="5670000"/>
          </a:xfrm>
          <a:blipFill dpi="0"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 </a:t>
            </a:r>
          </a:p>
        </p:txBody>
      </p:sp>
      <p:sp>
        <p:nvSpPr>
          <p:cNvPr id="24" name="Espace réservé pour une image  6">
            <a:extLst>
              <a:ext uri="{FF2B5EF4-FFF2-40B4-BE49-F238E27FC236}">
                <a16:creationId xmlns:a16="http://schemas.microsoft.com/office/drawing/2014/main" id="{DCB582A0-B361-D9A8-0D56-CC7AFCCA7D7E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6990490" y="3294455"/>
            <a:ext cx="2149200" cy="5670000"/>
          </a:xfrm>
          <a:blipFill dpi="0"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25" name="Espace réservé pour une image  6">
            <a:extLst>
              <a:ext uri="{FF2B5EF4-FFF2-40B4-BE49-F238E27FC236}">
                <a16:creationId xmlns:a16="http://schemas.microsoft.com/office/drawing/2014/main" id="{840ED067-7E07-ABB4-6346-D43ADEAC813D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9388167" y="3291728"/>
            <a:ext cx="2149200" cy="5670000"/>
          </a:xfrm>
          <a:blipFill dpi="0"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26" name="Espace réservé pour une image  6">
            <a:extLst>
              <a:ext uri="{FF2B5EF4-FFF2-40B4-BE49-F238E27FC236}">
                <a16:creationId xmlns:a16="http://schemas.microsoft.com/office/drawing/2014/main" id="{BC0E8623-B66F-818C-8996-E523DD29D106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 rot="10800000">
            <a:off x="5714823" y="-2025449"/>
            <a:ext cx="2149200" cy="5670000"/>
          </a:xfrm>
          <a:blipFill dpi="0"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 </a:t>
            </a:r>
          </a:p>
        </p:txBody>
      </p:sp>
      <p:sp>
        <p:nvSpPr>
          <p:cNvPr id="32" name="Espace réservé pour une image  6">
            <a:extLst>
              <a:ext uri="{FF2B5EF4-FFF2-40B4-BE49-F238E27FC236}">
                <a16:creationId xmlns:a16="http://schemas.microsoft.com/office/drawing/2014/main" id="{71AF20D1-72AD-C3CF-86C7-00A9E9889E95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 rot="10800000">
            <a:off x="8105299" y="-2025449"/>
            <a:ext cx="2149200" cy="5670000"/>
          </a:xfrm>
          <a:blipFill dpi="0"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 </a:t>
            </a:r>
          </a:p>
        </p:txBody>
      </p:sp>
      <p:sp>
        <p:nvSpPr>
          <p:cNvPr id="6" name="Espace réservé du texte 6">
            <a:extLst>
              <a:ext uri="{FF2B5EF4-FFF2-40B4-BE49-F238E27FC236}">
                <a16:creationId xmlns:a16="http://schemas.microsoft.com/office/drawing/2014/main" id="{784BF2FE-3DED-7179-8475-9A102379054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2980" y="383058"/>
            <a:ext cx="5088133" cy="2470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1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/>
              <a:t>TITRE DE LA RUBRIQUE</a:t>
            </a:r>
          </a:p>
        </p:txBody>
      </p:sp>
      <p:sp>
        <p:nvSpPr>
          <p:cNvPr id="9" name="Espace réservé du texte 6">
            <a:extLst>
              <a:ext uri="{FF2B5EF4-FFF2-40B4-BE49-F238E27FC236}">
                <a16:creationId xmlns:a16="http://schemas.microsoft.com/office/drawing/2014/main" id="{5272A92E-9E1F-83D4-1D50-D7C6161D7E6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69874" y="3177522"/>
            <a:ext cx="2829109" cy="3005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rgbClr val="F42C9C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59B6ED6-B3EC-1A56-B146-27CFCF28F7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9875" y="936286"/>
            <a:ext cx="5044736" cy="1127738"/>
          </a:xfrm>
          <a:prstGeom prst="rect">
            <a:avLst/>
          </a:prstGeom>
        </p:spPr>
        <p:txBody>
          <a:bodyPr anchor="t">
            <a:noAutofit/>
          </a:bodyPr>
          <a:lstStyle/>
          <a:p>
            <a:r>
              <a:rPr lang="fr-FR"/>
              <a:t>Titre de la slide</a:t>
            </a:r>
          </a:p>
        </p:txBody>
      </p:sp>
      <p:sp>
        <p:nvSpPr>
          <p:cNvPr id="16" name="Espace réservé du texte 17">
            <a:extLst>
              <a:ext uri="{FF2B5EF4-FFF2-40B4-BE49-F238E27FC236}">
                <a16:creationId xmlns:a16="http://schemas.microsoft.com/office/drawing/2014/main" id="{AD3E54AF-D2CE-0297-4488-BD5714F0FFB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69873" y="3525582"/>
            <a:ext cx="2829109" cy="1416938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>
                <a:latin typeface="+mn-lt"/>
              </a:rPr>
              <a:t>  ,   . Duis nec  ,   ,   , pulvinar   ,   ante.  ,  at  .</a:t>
            </a:r>
            <a:endParaRPr lang="fr-FR"/>
          </a:p>
        </p:txBody>
      </p:sp>
      <p:sp>
        <p:nvSpPr>
          <p:cNvPr id="34" name="Espace réservé du texte 17">
            <a:extLst>
              <a:ext uri="{FF2B5EF4-FFF2-40B4-BE49-F238E27FC236}">
                <a16:creationId xmlns:a16="http://schemas.microsoft.com/office/drawing/2014/main" id="{F70A805D-78AD-DBE6-31FF-35B210D8ACE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657579" y="5579489"/>
            <a:ext cx="2001221" cy="966784"/>
          </a:xfr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>
                <a:latin typeface="+mn-lt"/>
              </a:rPr>
              <a:t>  ,   . Duis nec  ,   ,  .</a:t>
            </a:r>
            <a:endParaRPr lang="fr-FR"/>
          </a:p>
        </p:txBody>
      </p:sp>
      <p:sp>
        <p:nvSpPr>
          <p:cNvPr id="37" name="Espace réservé du texte 17">
            <a:extLst>
              <a:ext uri="{FF2B5EF4-FFF2-40B4-BE49-F238E27FC236}">
                <a16:creationId xmlns:a16="http://schemas.microsoft.com/office/drawing/2014/main" id="{92EEF56F-90E8-F440-C019-CF70AA294DE3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456019" y="5579489"/>
            <a:ext cx="2001221" cy="966784"/>
          </a:xfr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>
                <a:latin typeface="+mn-lt"/>
              </a:rPr>
              <a:t>  ,   . Duis nec  ,   ,  .</a:t>
            </a:r>
            <a:endParaRPr lang="fr-FR"/>
          </a:p>
        </p:txBody>
      </p:sp>
      <p:sp>
        <p:nvSpPr>
          <p:cNvPr id="39" name="Espace réservé du texte 17">
            <a:extLst>
              <a:ext uri="{FF2B5EF4-FFF2-40B4-BE49-F238E27FC236}">
                <a16:creationId xmlns:a16="http://schemas.microsoft.com/office/drawing/2014/main" id="{6974676A-F42C-5EDE-D0BE-48267AD2BC2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776369" y="304264"/>
            <a:ext cx="2001221" cy="966784"/>
          </a:xfr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>
                <a:latin typeface="+mn-lt"/>
              </a:rPr>
              <a:t>  ,   . Duis nec  ,   ,  .</a:t>
            </a:r>
            <a:endParaRPr lang="fr-FR"/>
          </a:p>
        </p:txBody>
      </p:sp>
      <p:sp>
        <p:nvSpPr>
          <p:cNvPr id="41" name="Espace réservé du texte 17">
            <a:extLst>
              <a:ext uri="{FF2B5EF4-FFF2-40B4-BE49-F238E27FC236}">
                <a16:creationId xmlns:a16="http://schemas.microsoft.com/office/drawing/2014/main" id="{782C1C67-38B3-C761-31E4-31F0257A57AE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054494" y="5579489"/>
            <a:ext cx="2001221" cy="966784"/>
          </a:xfr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>
                <a:latin typeface="+mn-lt"/>
              </a:rPr>
              <a:t>  ,   . Duis nec  ,   ,  .</a:t>
            </a:r>
            <a:endParaRPr lang="fr-FR"/>
          </a:p>
        </p:txBody>
      </p:sp>
      <p:sp>
        <p:nvSpPr>
          <p:cNvPr id="43" name="Espace réservé du texte 17">
            <a:extLst>
              <a:ext uri="{FF2B5EF4-FFF2-40B4-BE49-F238E27FC236}">
                <a16:creationId xmlns:a16="http://schemas.microsoft.com/office/drawing/2014/main" id="{2843AF16-9B1C-DC2A-B8C9-8B00A3CFD656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187128" y="304264"/>
            <a:ext cx="2001221" cy="966784"/>
          </a:xfr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>
                <a:latin typeface="+mn-lt"/>
              </a:rPr>
              <a:t>  ,   . Duis nec  ,   ,  .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32304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véoles + texte + icônes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6">
            <a:extLst>
              <a:ext uri="{FF2B5EF4-FFF2-40B4-BE49-F238E27FC236}">
                <a16:creationId xmlns:a16="http://schemas.microsoft.com/office/drawing/2014/main" id="{E222C24C-6548-976C-2D68-6B0DEE3DB69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2980" y="383058"/>
            <a:ext cx="5088133" cy="2470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1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/>
              <a:t>TITRE DE LA RUBRIQUE</a:t>
            </a:r>
          </a:p>
        </p:txBody>
      </p:sp>
      <p:sp>
        <p:nvSpPr>
          <p:cNvPr id="54" name="Espace réservé du texte 52">
            <a:extLst>
              <a:ext uri="{FF2B5EF4-FFF2-40B4-BE49-F238E27FC236}">
                <a16:creationId xmlns:a16="http://schemas.microsoft.com/office/drawing/2014/main" id="{8BD00D04-2141-C65A-3A05-B6B48236606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669528" y="2145018"/>
            <a:ext cx="2736850" cy="212854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accent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60" name="Espace réservé du texte 52">
            <a:extLst>
              <a:ext uri="{FF2B5EF4-FFF2-40B4-BE49-F238E27FC236}">
                <a16:creationId xmlns:a16="http://schemas.microsoft.com/office/drawing/2014/main" id="{E711DE3D-6B02-78DC-5829-0758F5F3BC8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436034" y="3559601"/>
            <a:ext cx="2736850" cy="212854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62" name="Espace réservé du texte 52">
            <a:extLst>
              <a:ext uri="{FF2B5EF4-FFF2-40B4-BE49-F238E27FC236}">
                <a16:creationId xmlns:a16="http://schemas.microsoft.com/office/drawing/2014/main" id="{1D00384A-46CE-392C-8F5C-93C15BDEB19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669528" y="5017983"/>
            <a:ext cx="2736850" cy="212854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accent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76" name="Espace réservé du texte 22">
            <a:extLst>
              <a:ext uri="{FF2B5EF4-FFF2-40B4-BE49-F238E27FC236}">
                <a16:creationId xmlns:a16="http://schemas.microsoft.com/office/drawing/2014/main" id="{15C57A03-DAC2-4053-6B02-8FACD0C2F00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21338" y="2361929"/>
            <a:ext cx="2737178" cy="768600"/>
          </a:xfrm>
        </p:spPr>
        <p:txBody>
          <a:bodyPr/>
          <a:lstStyle>
            <a:lvl1pPr marL="0" indent="0" algn="r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sz="1200">
                <a:latin typeface="Century Gothic" panose="020B0502020202020204" pitchFamily="34" charset="0"/>
              </a:rPr>
              <a:t>  ,   . Duis nec  ,   ,  .</a:t>
            </a:r>
          </a:p>
        </p:txBody>
      </p:sp>
      <p:sp>
        <p:nvSpPr>
          <p:cNvPr id="77" name="Espace réservé du texte 22">
            <a:extLst>
              <a:ext uri="{FF2B5EF4-FFF2-40B4-BE49-F238E27FC236}">
                <a16:creationId xmlns:a16="http://schemas.microsoft.com/office/drawing/2014/main" id="{FAB58F42-B04D-DF35-7F40-8A9DBFA4C648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69024" y="3777640"/>
            <a:ext cx="2737178" cy="768600"/>
          </a:xfrm>
        </p:spPr>
        <p:txBody>
          <a:bodyPr/>
          <a:lstStyle>
            <a:lvl1pPr marL="0" indent="0" algn="r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sz="1200">
                <a:latin typeface="Century Gothic" panose="020B0502020202020204" pitchFamily="34" charset="0"/>
              </a:rPr>
              <a:t>  ,   . Duis nec  ,   ,  .</a:t>
            </a:r>
          </a:p>
        </p:txBody>
      </p:sp>
      <p:sp>
        <p:nvSpPr>
          <p:cNvPr id="78" name="Espace réservé du texte 68">
            <a:extLst>
              <a:ext uri="{FF2B5EF4-FFF2-40B4-BE49-F238E27FC236}">
                <a16:creationId xmlns:a16="http://schemas.microsoft.com/office/drawing/2014/main" id="{DB47B93C-B807-3797-4262-C3EBA2BC725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69446" y="3559601"/>
            <a:ext cx="2736693" cy="212854"/>
          </a:xfrm>
        </p:spPr>
        <p:txBody>
          <a:bodyPr>
            <a:noAutofit/>
          </a:bodyPr>
          <a:lstStyle>
            <a:lvl1pPr marL="0" indent="0" algn="r">
              <a:buNone/>
              <a:defRPr sz="1400" b="1">
                <a:solidFill>
                  <a:schemeClr val="accent1"/>
                </a:solidFill>
              </a:defRPr>
            </a:lvl1pPr>
            <a:lvl2pPr marL="457200" indent="0" algn="r">
              <a:buNone/>
              <a:defRPr sz="1400" b="1"/>
            </a:lvl2pPr>
            <a:lvl3pPr marL="914400" indent="0" algn="r">
              <a:buNone/>
              <a:defRPr sz="1400" b="1"/>
            </a:lvl3pPr>
            <a:lvl4pPr marL="1371600" indent="0" algn="r">
              <a:buNone/>
              <a:defRPr sz="1400" b="1"/>
            </a:lvl4pPr>
            <a:lvl5pPr marL="1828800" indent="0" algn="r">
              <a:buNone/>
              <a:defRPr sz="1400" b="1"/>
            </a:lvl5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79" name="Espace réservé du texte 22">
            <a:extLst>
              <a:ext uri="{FF2B5EF4-FFF2-40B4-BE49-F238E27FC236}">
                <a16:creationId xmlns:a16="http://schemas.microsoft.com/office/drawing/2014/main" id="{EBC5B88F-0998-0168-B7FA-053F26542DCA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821760" y="5247061"/>
            <a:ext cx="2737178" cy="768600"/>
          </a:xfrm>
        </p:spPr>
        <p:txBody>
          <a:bodyPr/>
          <a:lstStyle>
            <a:lvl1pPr marL="0" indent="0" algn="r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sz="1200">
                <a:latin typeface="Century Gothic" panose="020B0502020202020204" pitchFamily="34" charset="0"/>
              </a:rPr>
              <a:t>  ,   . Duis nec  ,   ,  .</a:t>
            </a:r>
          </a:p>
        </p:txBody>
      </p:sp>
      <p:sp>
        <p:nvSpPr>
          <p:cNvPr id="80" name="Espace réservé du texte 68">
            <a:extLst>
              <a:ext uri="{FF2B5EF4-FFF2-40B4-BE49-F238E27FC236}">
                <a16:creationId xmlns:a16="http://schemas.microsoft.com/office/drawing/2014/main" id="{5D98C357-B7C1-F4D8-DFC8-8E69EC775951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822182" y="5017983"/>
            <a:ext cx="2736693" cy="212854"/>
          </a:xfrm>
        </p:spPr>
        <p:txBody>
          <a:bodyPr>
            <a:noAutofit/>
          </a:bodyPr>
          <a:lstStyle>
            <a:lvl1pPr marL="0" indent="0" algn="r">
              <a:buNone/>
              <a:defRPr sz="1400" b="1">
                <a:solidFill>
                  <a:schemeClr val="bg2"/>
                </a:solidFill>
              </a:defRPr>
            </a:lvl1pPr>
            <a:lvl2pPr marL="457200" indent="0" algn="r">
              <a:buNone/>
              <a:defRPr sz="1400" b="1"/>
            </a:lvl2pPr>
            <a:lvl3pPr marL="914400" indent="0" algn="r">
              <a:buNone/>
              <a:defRPr sz="1400" b="1"/>
            </a:lvl3pPr>
            <a:lvl4pPr marL="1371600" indent="0" algn="r">
              <a:buNone/>
              <a:defRPr sz="1400" b="1"/>
            </a:lvl4pPr>
            <a:lvl5pPr marL="1828800" indent="0" algn="r">
              <a:buNone/>
              <a:defRPr sz="1400" b="1"/>
            </a:lvl5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81" name="Espace réservé du texte 68">
            <a:extLst>
              <a:ext uri="{FF2B5EF4-FFF2-40B4-BE49-F238E27FC236}">
                <a16:creationId xmlns:a16="http://schemas.microsoft.com/office/drawing/2014/main" id="{2E4CB0A1-D4A6-A075-1665-1370AF5733D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821760" y="2145018"/>
            <a:ext cx="2736693" cy="212854"/>
          </a:xfrm>
        </p:spPr>
        <p:txBody>
          <a:bodyPr>
            <a:noAutofit/>
          </a:bodyPr>
          <a:lstStyle>
            <a:lvl1pPr marL="0" indent="0" algn="r">
              <a:buNone/>
              <a:defRPr sz="1400" b="1">
                <a:solidFill>
                  <a:schemeClr val="bg2"/>
                </a:solidFill>
              </a:defRPr>
            </a:lvl1pPr>
            <a:lvl2pPr marL="457200" indent="0" algn="r">
              <a:buNone/>
              <a:defRPr sz="1400" b="1"/>
            </a:lvl2pPr>
            <a:lvl3pPr marL="914400" indent="0" algn="r">
              <a:buNone/>
              <a:defRPr sz="1400" b="1"/>
            </a:lvl3pPr>
            <a:lvl4pPr marL="1371600" indent="0" algn="r">
              <a:buNone/>
              <a:defRPr sz="1400" b="1"/>
            </a:lvl4pPr>
            <a:lvl5pPr marL="1828800" indent="0" algn="r">
              <a:buNone/>
              <a:defRPr sz="1400" b="1"/>
            </a:lvl5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EB13E0E-4439-940D-BEF8-0F1C0E1D46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9874" y="936286"/>
            <a:ext cx="9745726" cy="661988"/>
          </a:xfrm>
          <a:prstGeom prst="rect">
            <a:avLst/>
          </a:prstGeom>
        </p:spPr>
        <p:txBody>
          <a:bodyPr anchor="t">
            <a:noAutofit/>
          </a:bodyPr>
          <a:lstStyle/>
          <a:p>
            <a:r>
              <a:rPr lang="fr-FR"/>
              <a:t>Titre de la slide</a:t>
            </a:r>
          </a:p>
        </p:txBody>
      </p:sp>
      <p:sp>
        <p:nvSpPr>
          <p:cNvPr id="17" name="Espace réservé pour une image  10">
            <a:extLst>
              <a:ext uri="{FF2B5EF4-FFF2-40B4-BE49-F238E27FC236}">
                <a16:creationId xmlns:a16="http://schemas.microsoft.com/office/drawing/2014/main" id="{48630E98-6687-CF0F-77EB-A94B4E6313DB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4724803" y="1998228"/>
            <a:ext cx="1255742" cy="1426849"/>
          </a:xfrm>
          <a:blipFill dpi="0"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18" name="Espace réservé pour une image  10">
            <a:extLst>
              <a:ext uri="{FF2B5EF4-FFF2-40B4-BE49-F238E27FC236}">
                <a16:creationId xmlns:a16="http://schemas.microsoft.com/office/drawing/2014/main" id="{DCBD76D4-0404-F993-FD6D-41A46A31AD7C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6251748" y="1998228"/>
            <a:ext cx="1255742" cy="1426849"/>
          </a:xfrm>
          <a:blipFill dpi="0"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 </a:t>
            </a:r>
          </a:p>
        </p:txBody>
      </p:sp>
      <p:sp>
        <p:nvSpPr>
          <p:cNvPr id="19" name="Espace réservé pour une image  10">
            <a:extLst>
              <a:ext uri="{FF2B5EF4-FFF2-40B4-BE49-F238E27FC236}">
                <a16:creationId xmlns:a16="http://schemas.microsoft.com/office/drawing/2014/main" id="{A984368B-BEA4-34BB-BC3B-19353B10D3EA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6965686" y="3357207"/>
            <a:ext cx="1255742" cy="1426849"/>
          </a:xfrm>
          <a:blipFill dpi="0"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20" name="Espace réservé pour une image  10">
            <a:extLst>
              <a:ext uri="{FF2B5EF4-FFF2-40B4-BE49-F238E27FC236}">
                <a16:creationId xmlns:a16="http://schemas.microsoft.com/office/drawing/2014/main" id="{F5F4FEC2-93A8-985F-F27D-E8CD17EB5025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3976839" y="3357207"/>
            <a:ext cx="1255742" cy="1426849"/>
          </a:xfrm>
          <a:blipFill dpi="0"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21" name="Espace réservé pour une image  10">
            <a:extLst>
              <a:ext uri="{FF2B5EF4-FFF2-40B4-BE49-F238E27FC236}">
                <a16:creationId xmlns:a16="http://schemas.microsoft.com/office/drawing/2014/main" id="{C662CB1C-873F-04B3-5485-4D4E744A291D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4723810" y="4767200"/>
            <a:ext cx="1255742" cy="1426849"/>
          </a:xfrm>
          <a:blipFill dpi="0"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 </a:t>
            </a:r>
          </a:p>
        </p:txBody>
      </p:sp>
      <p:sp>
        <p:nvSpPr>
          <p:cNvPr id="22" name="Espace réservé pour une image  10">
            <a:extLst>
              <a:ext uri="{FF2B5EF4-FFF2-40B4-BE49-F238E27FC236}">
                <a16:creationId xmlns:a16="http://schemas.microsoft.com/office/drawing/2014/main" id="{053FC4CC-D90F-F3D4-06B5-E80F4A951047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6250755" y="4767200"/>
            <a:ext cx="1255742" cy="1426849"/>
          </a:xfrm>
          <a:blipFill dpi="0"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 </a:t>
            </a:r>
          </a:p>
        </p:txBody>
      </p:sp>
      <p:sp>
        <p:nvSpPr>
          <p:cNvPr id="23" name="Espace réservé du texte 17">
            <a:extLst>
              <a:ext uri="{FF2B5EF4-FFF2-40B4-BE49-F238E27FC236}">
                <a16:creationId xmlns:a16="http://schemas.microsoft.com/office/drawing/2014/main" id="{5E505095-0066-40A4-390C-B63B039E3DD2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7669528" y="2361929"/>
            <a:ext cx="2736850" cy="738491"/>
          </a:xfr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>
                <a:latin typeface="+mn-lt"/>
              </a:rPr>
              <a:t>  ,   . Duis nec  ,   ,  .</a:t>
            </a:r>
            <a:endParaRPr lang="fr-FR" dirty="0"/>
          </a:p>
        </p:txBody>
      </p:sp>
      <p:sp>
        <p:nvSpPr>
          <p:cNvPr id="26" name="Espace réservé du texte 17">
            <a:extLst>
              <a:ext uri="{FF2B5EF4-FFF2-40B4-BE49-F238E27FC236}">
                <a16:creationId xmlns:a16="http://schemas.microsoft.com/office/drawing/2014/main" id="{E1F5B844-0F94-3D8D-C8B2-E436788B400C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7669528" y="5247061"/>
            <a:ext cx="2736850" cy="738491"/>
          </a:xfr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>
                <a:latin typeface="+mn-lt"/>
              </a:rPr>
              <a:t>  ,   . Duis nec  ,   ,  .</a:t>
            </a:r>
            <a:endParaRPr lang="fr-FR"/>
          </a:p>
        </p:txBody>
      </p:sp>
      <p:sp>
        <p:nvSpPr>
          <p:cNvPr id="27" name="Espace réservé du texte 17">
            <a:extLst>
              <a:ext uri="{FF2B5EF4-FFF2-40B4-BE49-F238E27FC236}">
                <a16:creationId xmlns:a16="http://schemas.microsoft.com/office/drawing/2014/main" id="{26A4ACEB-BD3D-D693-C512-08505ABD2C2D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8436034" y="3777640"/>
            <a:ext cx="2736850" cy="738491"/>
          </a:xfr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>
                <a:latin typeface="+mn-lt"/>
              </a:rPr>
              <a:t>  ,   . Duis nec  ,   ,  .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04790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véoles + texte + icône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6">
            <a:extLst>
              <a:ext uri="{FF2B5EF4-FFF2-40B4-BE49-F238E27FC236}">
                <a16:creationId xmlns:a16="http://schemas.microsoft.com/office/drawing/2014/main" id="{A1E2EE07-C8A7-2E3D-DD56-B3D972235C6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2980" y="383058"/>
            <a:ext cx="5088133" cy="2470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1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/>
              <a:t>TITRE DE LA RUBRIQUE</a:t>
            </a:r>
          </a:p>
        </p:txBody>
      </p:sp>
      <p:sp>
        <p:nvSpPr>
          <p:cNvPr id="45" name="Espace réservé du texte 22">
            <a:extLst>
              <a:ext uri="{FF2B5EF4-FFF2-40B4-BE49-F238E27FC236}">
                <a16:creationId xmlns:a16="http://schemas.microsoft.com/office/drawing/2014/main" id="{F718AC7A-284A-96D1-864A-4CAF9FF007D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463238" y="4340581"/>
            <a:ext cx="2737178" cy="768600"/>
          </a:xfrm>
        </p:spPr>
        <p:txBody>
          <a:bodyPr/>
          <a:lstStyle>
            <a:lvl1pPr marL="0" indent="0" algn="r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sz="1200">
                <a:latin typeface="Century Gothic" panose="020B0502020202020204" pitchFamily="34" charset="0"/>
              </a:rPr>
              <a:t>  ,   . Duis nec  ,   ,  .</a:t>
            </a:r>
          </a:p>
        </p:txBody>
      </p:sp>
      <p:sp>
        <p:nvSpPr>
          <p:cNvPr id="46" name="Espace réservé du texte 68">
            <a:extLst>
              <a:ext uri="{FF2B5EF4-FFF2-40B4-BE49-F238E27FC236}">
                <a16:creationId xmlns:a16="http://schemas.microsoft.com/office/drawing/2014/main" id="{71CC3E73-2DF7-6F55-2AE5-F3B09852D73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463660" y="4119505"/>
            <a:ext cx="2736693" cy="212854"/>
          </a:xfrm>
        </p:spPr>
        <p:txBody>
          <a:bodyPr>
            <a:noAutofit/>
          </a:bodyPr>
          <a:lstStyle>
            <a:lvl1pPr marL="0" indent="0" algn="r">
              <a:buNone/>
              <a:defRPr sz="1400" b="1">
                <a:solidFill>
                  <a:schemeClr val="accent1"/>
                </a:solidFill>
              </a:defRPr>
            </a:lvl1pPr>
            <a:lvl2pPr marL="457200" indent="0" algn="r">
              <a:buNone/>
              <a:defRPr sz="1400" b="1"/>
            </a:lvl2pPr>
            <a:lvl3pPr marL="914400" indent="0" algn="r">
              <a:buNone/>
              <a:defRPr sz="1400" b="1"/>
            </a:lvl3pPr>
            <a:lvl4pPr marL="1371600" indent="0" algn="r">
              <a:buNone/>
              <a:defRPr sz="1400" b="1"/>
            </a:lvl4pPr>
            <a:lvl5pPr marL="1828800" indent="0" algn="r">
              <a:buNone/>
              <a:defRPr sz="1400" b="1"/>
            </a:lvl5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49" name="Titre 1">
            <a:extLst>
              <a:ext uri="{FF2B5EF4-FFF2-40B4-BE49-F238E27FC236}">
                <a16:creationId xmlns:a16="http://schemas.microsoft.com/office/drawing/2014/main" id="{F48EB02D-66AD-50D2-64FA-0CA833E684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9874" y="936286"/>
            <a:ext cx="9745726" cy="661988"/>
          </a:xfrm>
          <a:prstGeom prst="rect">
            <a:avLst/>
          </a:prstGeom>
        </p:spPr>
        <p:txBody>
          <a:bodyPr anchor="t">
            <a:noAutofit/>
          </a:bodyPr>
          <a:lstStyle/>
          <a:p>
            <a:r>
              <a:rPr lang="fr-FR"/>
              <a:t>Titre de la slide</a:t>
            </a:r>
          </a:p>
        </p:txBody>
      </p:sp>
      <p:sp>
        <p:nvSpPr>
          <p:cNvPr id="11" name="Espace réservé pour une image  10">
            <a:extLst>
              <a:ext uri="{FF2B5EF4-FFF2-40B4-BE49-F238E27FC236}">
                <a16:creationId xmlns:a16="http://schemas.microsoft.com/office/drawing/2014/main" id="{F4B5D743-2BF4-6113-D7E0-D397747B470F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5122955" y="2471396"/>
            <a:ext cx="1255742" cy="1426849"/>
          </a:xfrm>
          <a:blipFill dpi="0"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 </a:t>
            </a:r>
          </a:p>
        </p:txBody>
      </p:sp>
      <p:sp>
        <p:nvSpPr>
          <p:cNvPr id="12" name="Espace réservé pour une image  10">
            <a:extLst>
              <a:ext uri="{FF2B5EF4-FFF2-40B4-BE49-F238E27FC236}">
                <a16:creationId xmlns:a16="http://schemas.microsoft.com/office/drawing/2014/main" id="{8C0662D5-E57B-EE47-7962-F006716D8EA5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6642075" y="2471396"/>
            <a:ext cx="1255742" cy="1426849"/>
          </a:xfrm>
          <a:blipFill dpi="0"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 </a:t>
            </a:r>
          </a:p>
        </p:txBody>
      </p:sp>
      <p:sp>
        <p:nvSpPr>
          <p:cNvPr id="13" name="Espace réservé pour une image  10">
            <a:extLst>
              <a:ext uri="{FF2B5EF4-FFF2-40B4-BE49-F238E27FC236}">
                <a16:creationId xmlns:a16="http://schemas.microsoft.com/office/drawing/2014/main" id="{A9F74B59-960F-3755-6875-8C25E004A663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5936770" y="3853735"/>
            <a:ext cx="1255742" cy="1426849"/>
          </a:xfrm>
          <a:blipFill dpi="0"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 </a:t>
            </a:r>
          </a:p>
        </p:txBody>
      </p:sp>
      <p:sp>
        <p:nvSpPr>
          <p:cNvPr id="14" name="Espace réservé pour une image  10">
            <a:extLst>
              <a:ext uri="{FF2B5EF4-FFF2-40B4-BE49-F238E27FC236}">
                <a16:creationId xmlns:a16="http://schemas.microsoft.com/office/drawing/2014/main" id="{B7E0D407-19AB-5FEA-BEB9-27B6398FD471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4370900" y="3853735"/>
            <a:ext cx="1255742" cy="1426849"/>
          </a:xfrm>
          <a:blipFill dpi="0"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 </a:t>
            </a:r>
          </a:p>
        </p:txBody>
      </p:sp>
      <p:sp>
        <p:nvSpPr>
          <p:cNvPr id="23" name="Espace réservé du texte 22">
            <a:extLst>
              <a:ext uri="{FF2B5EF4-FFF2-40B4-BE49-F238E27FC236}">
                <a16:creationId xmlns:a16="http://schemas.microsoft.com/office/drawing/2014/main" id="{6CB85D13-1957-999B-A6A7-8B04EFA03B23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2213680" y="2875044"/>
            <a:ext cx="2737178" cy="768600"/>
          </a:xfrm>
        </p:spPr>
        <p:txBody>
          <a:bodyPr/>
          <a:lstStyle>
            <a:lvl1pPr marL="0" indent="0" algn="r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sz="1200">
                <a:latin typeface="Century Gothic" panose="020B0502020202020204" pitchFamily="34" charset="0"/>
              </a:rPr>
              <a:t>  ,   . Duis nec  ,   ,  .</a:t>
            </a:r>
          </a:p>
        </p:txBody>
      </p:sp>
      <p:sp>
        <p:nvSpPr>
          <p:cNvPr id="24" name="Espace réservé du texte 68">
            <a:extLst>
              <a:ext uri="{FF2B5EF4-FFF2-40B4-BE49-F238E27FC236}">
                <a16:creationId xmlns:a16="http://schemas.microsoft.com/office/drawing/2014/main" id="{A4C44833-89A9-C6F4-ED2C-8B39725A8F61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2214102" y="2658133"/>
            <a:ext cx="2736693" cy="212854"/>
          </a:xfrm>
        </p:spPr>
        <p:txBody>
          <a:bodyPr>
            <a:noAutofit/>
          </a:bodyPr>
          <a:lstStyle>
            <a:lvl1pPr marL="0" indent="0" algn="r">
              <a:buNone/>
              <a:defRPr sz="1400" b="1">
                <a:solidFill>
                  <a:schemeClr val="bg2"/>
                </a:solidFill>
              </a:defRPr>
            </a:lvl1pPr>
            <a:lvl2pPr marL="457200" indent="0" algn="r">
              <a:buNone/>
              <a:defRPr sz="1400" b="1"/>
            </a:lvl2pPr>
            <a:lvl3pPr marL="914400" indent="0" algn="r">
              <a:buNone/>
              <a:defRPr sz="1400" b="1"/>
            </a:lvl3pPr>
            <a:lvl4pPr marL="1371600" indent="0" algn="r">
              <a:buNone/>
              <a:defRPr sz="1400" b="1"/>
            </a:lvl4pPr>
            <a:lvl5pPr marL="1828800" indent="0" algn="r">
              <a:buNone/>
              <a:defRPr sz="1400" b="1"/>
            </a:lvl5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25" name="Espace réservé du texte 52">
            <a:extLst>
              <a:ext uri="{FF2B5EF4-FFF2-40B4-BE49-F238E27FC236}">
                <a16:creationId xmlns:a16="http://schemas.microsoft.com/office/drawing/2014/main" id="{17901C63-686A-5AA6-BB3E-F98919C86745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8066984" y="2658133"/>
            <a:ext cx="2736850" cy="212854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accent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26" name="Espace réservé du texte 17">
            <a:extLst>
              <a:ext uri="{FF2B5EF4-FFF2-40B4-BE49-F238E27FC236}">
                <a16:creationId xmlns:a16="http://schemas.microsoft.com/office/drawing/2014/main" id="{769C23F6-AD3E-1A11-01A7-D5E46807D7B9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8066984" y="2875044"/>
            <a:ext cx="2736850" cy="738491"/>
          </a:xfr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>
                <a:latin typeface="+mn-lt"/>
              </a:rPr>
              <a:t>  ,   . Duis nec  ,   ,  .</a:t>
            </a:r>
            <a:endParaRPr lang="fr-FR"/>
          </a:p>
        </p:txBody>
      </p:sp>
      <p:sp>
        <p:nvSpPr>
          <p:cNvPr id="27" name="Espace réservé du texte 52">
            <a:extLst>
              <a:ext uri="{FF2B5EF4-FFF2-40B4-BE49-F238E27FC236}">
                <a16:creationId xmlns:a16="http://schemas.microsoft.com/office/drawing/2014/main" id="{02606B4C-5A14-E24F-03AB-68FA7349BE11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7365006" y="4119505"/>
            <a:ext cx="2736850" cy="212854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28" name="Espace réservé du texte 17">
            <a:extLst>
              <a:ext uri="{FF2B5EF4-FFF2-40B4-BE49-F238E27FC236}">
                <a16:creationId xmlns:a16="http://schemas.microsoft.com/office/drawing/2014/main" id="{FB64E017-6C48-1C84-1AF7-43CAF129C285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7365006" y="4340581"/>
            <a:ext cx="2736850" cy="738491"/>
          </a:xfr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>
                <a:latin typeface="+mn-lt"/>
              </a:rPr>
              <a:t>  ,   . Duis nec  ,   ,  .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235344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ignettes textes + icônes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6">
            <a:extLst>
              <a:ext uri="{FF2B5EF4-FFF2-40B4-BE49-F238E27FC236}">
                <a16:creationId xmlns:a16="http://schemas.microsoft.com/office/drawing/2014/main" id="{A145524C-58F8-374B-D847-D911884F8CB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2980" y="383058"/>
            <a:ext cx="5088133" cy="2470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1" i="0">
                <a:solidFill>
                  <a:srgbClr val="121212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/>
              <a:t>TITRE DE LA RUBRIQUE</a:t>
            </a:r>
          </a:p>
        </p:txBody>
      </p:sp>
      <p:sp>
        <p:nvSpPr>
          <p:cNvPr id="20" name="Espace réservé du texte 21">
            <a:extLst>
              <a:ext uri="{FF2B5EF4-FFF2-40B4-BE49-F238E27FC236}">
                <a16:creationId xmlns:a16="http://schemas.microsoft.com/office/drawing/2014/main" id="{C36A737E-0EEE-0437-729E-3247341ECF0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272430" y="1859291"/>
            <a:ext cx="5127003" cy="1380697"/>
          </a:xfrm>
          <a:prstGeom prst="roundRect">
            <a:avLst/>
          </a:prstGeom>
          <a:noFill/>
          <a:ln w="19050">
            <a:solidFill>
              <a:srgbClr val="5853FF"/>
            </a:solidFill>
          </a:ln>
        </p:spPr>
        <p:txBody>
          <a:bodyPr wrap="square" lIns="1080000" tIns="0" rIns="180000" bIns="0" anchor="ctr">
            <a:no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endParaRPr lang="fr-FR"/>
          </a:p>
        </p:txBody>
      </p:sp>
      <p:sp>
        <p:nvSpPr>
          <p:cNvPr id="21" name="Espace réservé du texte 21">
            <a:extLst>
              <a:ext uri="{FF2B5EF4-FFF2-40B4-BE49-F238E27FC236}">
                <a16:creationId xmlns:a16="http://schemas.microsoft.com/office/drawing/2014/main" id="{38562C41-8E2B-895F-8506-EE6C221D9E8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9874" y="1846160"/>
            <a:ext cx="5127003" cy="1380697"/>
          </a:xfrm>
          <a:prstGeom prst="roundRect">
            <a:avLst/>
          </a:prstGeom>
          <a:solidFill>
            <a:srgbClr val="5853FF"/>
          </a:solidFill>
          <a:ln w="19050">
            <a:solidFill>
              <a:srgbClr val="5853FF"/>
            </a:solidFill>
          </a:ln>
        </p:spPr>
        <p:txBody>
          <a:bodyPr wrap="square" lIns="1080000" tIns="0" rIns="180000" bIns="0" anchor="ctr"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endParaRPr lang="fr-FR" dirty="0"/>
          </a:p>
        </p:txBody>
      </p:sp>
      <p:sp>
        <p:nvSpPr>
          <p:cNvPr id="24" name="Espace réservé du texte 21">
            <a:extLst>
              <a:ext uri="{FF2B5EF4-FFF2-40B4-BE49-F238E27FC236}">
                <a16:creationId xmlns:a16="http://schemas.microsoft.com/office/drawing/2014/main" id="{16F485F7-8F71-1F8A-6B63-17B178751BF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92567" y="3443051"/>
            <a:ext cx="5127003" cy="1380697"/>
          </a:xfrm>
          <a:prstGeom prst="roundRect">
            <a:avLst/>
          </a:prstGeom>
          <a:noFill/>
          <a:ln w="19050">
            <a:solidFill>
              <a:srgbClr val="5853FF"/>
            </a:solidFill>
          </a:ln>
        </p:spPr>
        <p:txBody>
          <a:bodyPr wrap="square" lIns="1080000" tIns="0" rIns="180000" bIns="0" anchor="ctr">
            <a:no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endParaRPr lang="fr-FR"/>
          </a:p>
        </p:txBody>
      </p:sp>
      <p:sp>
        <p:nvSpPr>
          <p:cNvPr id="25" name="Espace réservé du texte 21">
            <a:extLst>
              <a:ext uri="{FF2B5EF4-FFF2-40B4-BE49-F238E27FC236}">
                <a16:creationId xmlns:a16="http://schemas.microsoft.com/office/drawing/2014/main" id="{0A4C2909-9B1E-75DA-E4CA-6B5E7B6C601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272430" y="3443051"/>
            <a:ext cx="5127003" cy="1380697"/>
          </a:xfrm>
          <a:prstGeom prst="roundRect">
            <a:avLst/>
          </a:prstGeom>
          <a:noFill/>
          <a:ln w="19050">
            <a:solidFill>
              <a:srgbClr val="5853FF"/>
            </a:solidFill>
          </a:ln>
        </p:spPr>
        <p:txBody>
          <a:bodyPr wrap="square" lIns="1080000" tIns="0" rIns="180000" bIns="0" anchor="ctr">
            <a:no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endParaRPr lang="fr-FR"/>
          </a:p>
        </p:txBody>
      </p:sp>
      <p:sp>
        <p:nvSpPr>
          <p:cNvPr id="29" name="Espace réservé du texte 21">
            <a:extLst>
              <a:ext uri="{FF2B5EF4-FFF2-40B4-BE49-F238E27FC236}">
                <a16:creationId xmlns:a16="http://schemas.microsoft.com/office/drawing/2014/main" id="{B54E7E79-DF36-246D-80A0-964112F0A9E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92567" y="5030362"/>
            <a:ext cx="5127003" cy="1380697"/>
          </a:xfrm>
          <a:prstGeom prst="roundRect">
            <a:avLst/>
          </a:prstGeom>
          <a:noFill/>
          <a:ln w="19050">
            <a:solidFill>
              <a:srgbClr val="5853FF"/>
            </a:solidFill>
          </a:ln>
        </p:spPr>
        <p:txBody>
          <a:bodyPr wrap="square" lIns="1080000" tIns="0" rIns="180000" bIns="0" anchor="ctr">
            <a:no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endParaRPr lang="fr-FR"/>
          </a:p>
        </p:txBody>
      </p:sp>
      <p:sp>
        <p:nvSpPr>
          <p:cNvPr id="31" name="Espace réservé du texte 21">
            <a:extLst>
              <a:ext uri="{FF2B5EF4-FFF2-40B4-BE49-F238E27FC236}">
                <a16:creationId xmlns:a16="http://schemas.microsoft.com/office/drawing/2014/main" id="{754E7C0C-733B-6958-5498-95A99F0FB2BF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272430" y="5030362"/>
            <a:ext cx="5127003" cy="1380697"/>
          </a:xfrm>
          <a:prstGeom prst="roundRect">
            <a:avLst/>
          </a:prstGeom>
          <a:noFill/>
          <a:ln w="19050">
            <a:solidFill>
              <a:srgbClr val="5853FF"/>
            </a:solidFill>
          </a:ln>
        </p:spPr>
        <p:txBody>
          <a:bodyPr wrap="square" lIns="1080000" tIns="0" rIns="180000" bIns="0" anchor="ctr">
            <a:no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endParaRPr lang="fr-FR"/>
          </a:p>
        </p:txBody>
      </p:sp>
      <p:sp>
        <p:nvSpPr>
          <p:cNvPr id="32" name="Titre 1">
            <a:extLst>
              <a:ext uri="{FF2B5EF4-FFF2-40B4-BE49-F238E27FC236}">
                <a16:creationId xmlns:a16="http://schemas.microsoft.com/office/drawing/2014/main" id="{F86130C7-6FE4-B39E-4256-0DC4FE4D2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9874" y="936286"/>
            <a:ext cx="9745726" cy="661988"/>
          </a:xfrm>
          <a:prstGeom prst="rect">
            <a:avLst/>
          </a:prstGeom>
        </p:spPr>
        <p:txBody>
          <a:bodyPr anchor="t">
            <a:noAutofit/>
          </a:bodyPr>
          <a:lstStyle/>
          <a:p>
            <a:r>
              <a:rPr lang="fr-FR"/>
              <a:t>Titre de la slide</a:t>
            </a:r>
          </a:p>
        </p:txBody>
      </p:sp>
    </p:spTree>
    <p:extLst>
      <p:ext uri="{BB962C8B-B14F-4D97-AF65-F5344CB8AC3E}">
        <p14:creationId xmlns:p14="http://schemas.microsoft.com/office/powerpoint/2010/main" val="115427470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gnettes textes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texte 21">
            <a:extLst>
              <a:ext uri="{FF2B5EF4-FFF2-40B4-BE49-F238E27FC236}">
                <a16:creationId xmlns:a16="http://schemas.microsoft.com/office/drawing/2014/main" id="{967F15ED-AA61-E6C8-888B-F27901C94A2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26520" y="1705970"/>
            <a:ext cx="5203716" cy="4777698"/>
          </a:xfrm>
          <a:prstGeom prst="roundRect">
            <a:avLst>
              <a:gd name="adj" fmla="val 4681"/>
            </a:avLst>
          </a:prstGeom>
          <a:solidFill>
            <a:schemeClr val="bg1"/>
          </a:solidFill>
          <a:ln w="19050">
            <a:solidFill>
              <a:schemeClr val="accent1">
                <a:lumMod val="40000"/>
                <a:lumOff val="60000"/>
              </a:schemeClr>
            </a:solidFill>
          </a:ln>
          <a:effectLst>
            <a:outerShdw dist="63500" dir="8100000" algn="ctr" rotWithShape="0">
              <a:schemeClr val="accent1">
                <a:lumMod val="20000"/>
                <a:lumOff val="80000"/>
              </a:schemeClr>
            </a:outerShdw>
          </a:effectLst>
        </p:spPr>
        <p:txBody>
          <a:bodyPr wrap="square" lIns="180000" tIns="360000" rIns="18000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>
                <a:latin typeface="+mn-lt"/>
              </a:rPr>
              <a:t>  ,   . Duis nec  ,   ,   , pulvinar   ,   ante.  ,  at  , id    et .  in    et    ;  a  at  </a:t>
            </a:r>
            <a:r>
              <a:rPr lang="fr-FR" dirty="0" err="1">
                <a:latin typeface="+mn-lt"/>
              </a:rPr>
              <a:t>consequat</a:t>
            </a:r>
            <a:r>
              <a:rPr lang="fr-FR" dirty="0">
                <a:latin typeface="+mn-lt"/>
              </a:rPr>
              <a:t>   vitae   libero, at   </a:t>
            </a:r>
            <a:r>
              <a:rPr lang="fr-FR" dirty="0" err="1">
                <a:latin typeface="+mn-lt"/>
              </a:rPr>
              <a:t>consequat</a:t>
            </a:r>
            <a:r>
              <a:rPr lang="fr-FR" dirty="0">
                <a:latin typeface="+mn-lt"/>
              </a:rPr>
              <a:t>  et mi , porta .  non      ,   . Nam at magna id est     ,  a  ,  libero   ,   . Duis nec  ,   ,   , pulvinar   ,   ante.  ,  at  , id    et .  in    et    ;  a  at  </a:t>
            </a:r>
            <a:r>
              <a:rPr lang="fr-FR" dirty="0" err="1">
                <a:latin typeface="+mn-lt"/>
              </a:rPr>
              <a:t>consequat</a:t>
            </a:r>
            <a:r>
              <a:rPr lang="fr-FR" dirty="0">
                <a:latin typeface="+mn-lt"/>
              </a:rPr>
              <a:t>   vitae   libero, at   </a:t>
            </a:r>
            <a:r>
              <a:rPr lang="fr-FR" dirty="0" err="1">
                <a:latin typeface="+mn-lt"/>
              </a:rPr>
              <a:t>consequat</a:t>
            </a:r>
            <a:r>
              <a:rPr lang="fr-FR" dirty="0">
                <a:latin typeface="+mn-lt"/>
              </a:rPr>
              <a:t> vitae.</a:t>
            </a:r>
            <a:endParaRPr lang="fr-FR" dirty="0"/>
          </a:p>
        </p:txBody>
      </p:sp>
      <p:sp>
        <p:nvSpPr>
          <p:cNvPr id="28" name="Espace réservé du texte 21">
            <a:extLst>
              <a:ext uri="{FF2B5EF4-FFF2-40B4-BE49-F238E27FC236}">
                <a16:creationId xmlns:a16="http://schemas.microsoft.com/office/drawing/2014/main" id="{C6709475-08FD-98EB-F44B-A7ABFA0835B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003234" y="1705970"/>
            <a:ext cx="5642118" cy="2125048"/>
          </a:xfrm>
          <a:prstGeom prst="roundRect">
            <a:avLst>
              <a:gd name="adj" fmla="val 8229"/>
            </a:avLst>
          </a:prstGeom>
          <a:solidFill>
            <a:schemeClr val="bg1"/>
          </a:solidFill>
          <a:ln w="19050">
            <a:solidFill>
              <a:schemeClr val="accent1">
                <a:lumMod val="40000"/>
                <a:lumOff val="60000"/>
              </a:schemeClr>
            </a:solidFill>
          </a:ln>
          <a:effectLst>
            <a:outerShdw dist="63500" dir="8100000" algn="ctr" rotWithShape="0">
              <a:schemeClr val="accent1">
                <a:lumMod val="20000"/>
                <a:lumOff val="80000"/>
              </a:schemeClr>
            </a:outerShdw>
          </a:effectLst>
        </p:spPr>
        <p:txBody>
          <a:bodyPr wrap="square" lIns="180000" tIns="360000" rIns="18000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>
                <a:latin typeface="+mn-lt"/>
              </a:rPr>
              <a:t>  ,   . Duis nec  ,   ,   , pulvinar   ,   ante.  ,  at  , id    et .  in    et    ;  a  at  </a:t>
            </a:r>
            <a:r>
              <a:rPr lang="fr-FR" dirty="0" err="1">
                <a:latin typeface="+mn-lt"/>
              </a:rPr>
              <a:t>consequat</a:t>
            </a:r>
            <a:r>
              <a:rPr lang="fr-FR" dirty="0">
                <a:latin typeface="+mn-lt"/>
              </a:rPr>
              <a:t>   vitae .</a:t>
            </a:r>
            <a:endParaRPr lang="fr-FR" dirty="0"/>
          </a:p>
        </p:txBody>
      </p:sp>
      <p:sp>
        <p:nvSpPr>
          <p:cNvPr id="30" name="Espace réservé du texte 21">
            <a:extLst>
              <a:ext uri="{FF2B5EF4-FFF2-40B4-BE49-F238E27FC236}">
                <a16:creationId xmlns:a16="http://schemas.microsoft.com/office/drawing/2014/main" id="{4E02DBB0-FEBB-20ED-304C-A4234BA212E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003235" y="4098557"/>
            <a:ext cx="6524046" cy="2357999"/>
          </a:xfrm>
          <a:prstGeom prst="roundRect">
            <a:avLst>
              <a:gd name="adj" fmla="val 8229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  <a:effectLst>
            <a:outerShdw dist="63500" dir="8100000" algn="ctr" rotWithShape="0">
              <a:schemeClr val="accent1"/>
            </a:outerShdw>
          </a:effectLst>
        </p:spPr>
        <p:txBody>
          <a:bodyPr wrap="square" lIns="180000" tIns="360000" rIns="108000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>
                <a:latin typeface="+mn-lt"/>
              </a:rPr>
              <a:t>  ,   . Duis nec  ,   ,   , pulvinar   ,   ante.  ,  at  , id    et .  in    et    ;  a  at  </a:t>
            </a:r>
            <a:r>
              <a:rPr lang="fr-FR" dirty="0" err="1">
                <a:latin typeface="+mn-lt"/>
              </a:rPr>
              <a:t>consequat</a:t>
            </a:r>
            <a:r>
              <a:rPr lang="fr-FR" dirty="0">
                <a:latin typeface="+mn-lt"/>
              </a:rPr>
              <a:t>   vitae   libero, at   </a:t>
            </a:r>
            <a:r>
              <a:rPr lang="fr-FR" dirty="0" err="1">
                <a:latin typeface="+mn-lt"/>
              </a:rPr>
              <a:t>consequat</a:t>
            </a:r>
            <a:r>
              <a:rPr lang="fr-FR" dirty="0">
                <a:latin typeface="+mn-lt"/>
              </a:rPr>
              <a:t> vitae.</a:t>
            </a:r>
            <a:endParaRPr lang="fr-FR" dirty="0"/>
          </a:p>
        </p:txBody>
      </p:sp>
      <p:sp>
        <p:nvSpPr>
          <p:cNvPr id="2" name="Espace réservé du texte 6">
            <a:extLst>
              <a:ext uri="{FF2B5EF4-FFF2-40B4-BE49-F238E27FC236}">
                <a16:creationId xmlns:a16="http://schemas.microsoft.com/office/drawing/2014/main" id="{A145524C-58F8-374B-D847-D911884F8CB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2980" y="383058"/>
            <a:ext cx="5088133" cy="2470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1" i="0">
                <a:solidFill>
                  <a:srgbClr val="121212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/>
              <a:t>TITRE DE LA RUBRIQUE</a:t>
            </a:r>
          </a:p>
        </p:txBody>
      </p:sp>
      <p:sp>
        <p:nvSpPr>
          <p:cNvPr id="32" name="Titre 1">
            <a:extLst>
              <a:ext uri="{FF2B5EF4-FFF2-40B4-BE49-F238E27FC236}">
                <a16:creationId xmlns:a16="http://schemas.microsoft.com/office/drawing/2014/main" id="{F86130C7-6FE4-B39E-4256-0DC4FE4D2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9874" y="936286"/>
            <a:ext cx="9745726" cy="661988"/>
          </a:xfrm>
          <a:prstGeom prst="rect">
            <a:avLst/>
          </a:prstGeom>
        </p:spPr>
        <p:txBody>
          <a:bodyPr anchor="t">
            <a:noAutofit/>
          </a:bodyPr>
          <a:lstStyle/>
          <a:p>
            <a:r>
              <a:rPr lang="fr-FR" dirty="0"/>
              <a:t>Titre de la slide</a:t>
            </a:r>
          </a:p>
        </p:txBody>
      </p:sp>
      <p:sp>
        <p:nvSpPr>
          <p:cNvPr id="16" name="Espace réservé du texte 6">
            <a:extLst>
              <a:ext uri="{FF2B5EF4-FFF2-40B4-BE49-F238E27FC236}">
                <a16:creationId xmlns:a16="http://schemas.microsoft.com/office/drawing/2014/main" id="{0DC21063-9E59-E77E-4A7A-40B0DCEFD29D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718598" y="1885115"/>
            <a:ext cx="1074644" cy="308026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>
                <a:solidFill>
                  <a:sysClr val="windowText" lastClr="000000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 sz="1400" dirty="0">
                <a:latin typeface="+mn-lt"/>
                <a:ea typeface="Poppins Regular"/>
                <a:cs typeface="Poppins Regular"/>
                <a:sym typeface="Poppins Regular"/>
              </a:rPr>
              <a:t>Contexte</a:t>
            </a:r>
            <a:endParaRPr lang="fr-FR" sz="1200" dirty="0">
              <a:latin typeface="+mn-lt"/>
              <a:ea typeface="Poppins Regular"/>
              <a:cs typeface="Poppins Regular"/>
              <a:sym typeface="Poppins Regular"/>
            </a:endParaRPr>
          </a:p>
        </p:txBody>
      </p:sp>
      <p:sp>
        <p:nvSpPr>
          <p:cNvPr id="18" name="Espace réservé du texte 6">
            <a:extLst>
              <a:ext uri="{FF2B5EF4-FFF2-40B4-BE49-F238E27FC236}">
                <a16:creationId xmlns:a16="http://schemas.microsoft.com/office/drawing/2014/main" id="{73BB3BEA-9DA3-B39B-FA82-196D750DF982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193313" y="1885115"/>
            <a:ext cx="1526762" cy="308026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>
                <a:solidFill>
                  <a:sysClr val="windowText" lastClr="000000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 sz="1400" dirty="0">
                <a:latin typeface="+mn-lt"/>
                <a:ea typeface="Poppins Regular"/>
                <a:cs typeface="Poppins Regular"/>
                <a:sym typeface="Poppins Regular"/>
              </a:rPr>
              <a:t>Réponse eXalt</a:t>
            </a:r>
            <a:endParaRPr lang="fr-FR" sz="1200" dirty="0">
              <a:latin typeface="+mn-lt"/>
              <a:ea typeface="Poppins Regular"/>
              <a:cs typeface="Poppins Regular"/>
              <a:sym typeface="Poppins Regular"/>
            </a:endParaRPr>
          </a:p>
        </p:txBody>
      </p:sp>
      <p:sp>
        <p:nvSpPr>
          <p:cNvPr id="22" name="Espace réservé du texte 6">
            <a:extLst>
              <a:ext uri="{FF2B5EF4-FFF2-40B4-BE49-F238E27FC236}">
                <a16:creationId xmlns:a16="http://schemas.microsoft.com/office/drawing/2014/main" id="{E6C3B9BD-6323-968E-0492-23245249F250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193313" y="4277702"/>
            <a:ext cx="1027883" cy="30802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 sz="1400" dirty="0">
                <a:latin typeface="+mn-lt"/>
                <a:ea typeface="Poppins Regular"/>
                <a:cs typeface="Poppins Regular"/>
                <a:sym typeface="Poppins Regular"/>
              </a:rPr>
              <a:t>Résultats</a:t>
            </a:r>
            <a:endParaRPr lang="fr-FR" sz="1200" dirty="0">
              <a:latin typeface="+mn-lt"/>
              <a:ea typeface="Poppins Regular"/>
              <a:cs typeface="Poppins Regular"/>
              <a:sym typeface="Poppins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5149125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gnettes textes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texte 21">
            <a:extLst>
              <a:ext uri="{FF2B5EF4-FFF2-40B4-BE49-F238E27FC236}">
                <a16:creationId xmlns:a16="http://schemas.microsoft.com/office/drawing/2014/main" id="{65B3122E-EBEE-2D2D-1C35-95E310DD028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003234" y="2182228"/>
            <a:ext cx="5642118" cy="1965863"/>
          </a:xfrm>
          <a:prstGeom prst="roundRect">
            <a:avLst>
              <a:gd name="adj" fmla="val 8229"/>
            </a:avLst>
          </a:prstGeom>
          <a:solidFill>
            <a:schemeClr val="bg1"/>
          </a:solidFill>
          <a:ln w="19050">
            <a:solidFill>
              <a:schemeClr val="accent1">
                <a:lumMod val="40000"/>
                <a:lumOff val="60000"/>
              </a:schemeClr>
            </a:solidFill>
          </a:ln>
          <a:effectLst>
            <a:outerShdw dist="63500" dir="8100000" algn="ctr" rotWithShape="0">
              <a:schemeClr val="accent1">
                <a:lumMod val="20000"/>
                <a:lumOff val="80000"/>
              </a:schemeClr>
            </a:outerShdw>
          </a:effectLst>
        </p:spPr>
        <p:txBody>
          <a:bodyPr wrap="square" lIns="180000" tIns="360000" rIns="18000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>
                <a:latin typeface="+mn-lt"/>
              </a:rPr>
              <a:t>  ,   . Duis nec  ,   ,   , pulvinar   ,   ante.  ,  at  , id    et .  in    et    ;  a  at  </a:t>
            </a:r>
            <a:r>
              <a:rPr lang="fr-FR" dirty="0" err="1">
                <a:latin typeface="+mn-lt"/>
              </a:rPr>
              <a:t>consequat</a:t>
            </a:r>
            <a:r>
              <a:rPr lang="fr-FR" dirty="0">
                <a:latin typeface="+mn-lt"/>
              </a:rPr>
              <a:t>   vitae .</a:t>
            </a:r>
            <a:endParaRPr lang="fr-FR" dirty="0"/>
          </a:p>
        </p:txBody>
      </p:sp>
      <p:sp>
        <p:nvSpPr>
          <p:cNvPr id="9" name="Espace réservé du texte 21">
            <a:extLst>
              <a:ext uri="{FF2B5EF4-FFF2-40B4-BE49-F238E27FC236}">
                <a16:creationId xmlns:a16="http://schemas.microsoft.com/office/drawing/2014/main" id="{1CD2A4C6-EFDC-50F4-D797-E9FBE162DE4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003235" y="4275191"/>
            <a:ext cx="6524046" cy="2181365"/>
          </a:xfrm>
          <a:prstGeom prst="roundRect">
            <a:avLst>
              <a:gd name="adj" fmla="val 8229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  <a:effectLst>
            <a:outerShdw dist="63500" dir="8100000" algn="ctr" rotWithShape="0">
              <a:schemeClr val="accent1"/>
            </a:outerShdw>
          </a:effectLst>
        </p:spPr>
        <p:txBody>
          <a:bodyPr wrap="square" lIns="180000" tIns="360000" rIns="108000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>
                <a:latin typeface="+mn-lt"/>
              </a:rPr>
              <a:t>  ,   . Duis nec  ,   ,   , pulvinar   ,   ante.  ,  at  , id    et .  in    et    ;  a  at  </a:t>
            </a:r>
            <a:r>
              <a:rPr lang="fr-FR" dirty="0" err="1">
                <a:latin typeface="+mn-lt"/>
              </a:rPr>
              <a:t>consequat</a:t>
            </a:r>
            <a:r>
              <a:rPr lang="fr-FR" dirty="0">
                <a:latin typeface="+mn-lt"/>
              </a:rPr>
              <a:t>   vitae   libero, at   </a:t>
            </a:r>
            <a:r>
              <a:rPr lang="fr-FR" dirty="0" err="1">
                <a:latin typeface="+mn-lt"/>
              </a:rPr>
              <a:t>consequat</a:t>
            </a:r>
            <a:r>
              <a:rPr lang="fr-FR" dirty="0">
                <a:latin typeface="+mn-lt"/>
              </a:rPr>
              <a:t> vitae.</a:t>
            </a:r>
            <a:endParaRPr lang="fr-FR" dirty="0"/>
          </a:p>
        </p:txBody>
      </p:sp>
      <p:sp>
        <p:nvSpPr>
          <p:cNvPr id="2" name="Espace réservé du texte 6">
            <a:extLst>
              <a:ext uri="{FF2B5EF4-FFF2-40B4-BE49-F238E27FC236}">
                <a16:creationId xmlns:a16="http://schemas.microsoft.com/office/drawing/2014/main" id="{A145524C-58F8-374B-D847-D911884F8CB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2980" y="383058"/>
            <a:ext cx="5088133" cy="2470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1" i="0">
                <a:solidFill>
                  <a:srgbClr val="121212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/>
              <a:t>TITRE DE LA RUBRIQUE</a:t>
            </a:r>
          </a:p>
        </p:txBody>
      </p:sp>
      <p:sp>
        <p:nvSpPr>
          <p:cNvPr id="7" name="Espace réservé du texte 21">
            <a:extLst>
              <a:ext uri="{FF2B5EF4-FFF2-40B4-BE49-F238E27FC236}">
                <a16:creationId xmlns:a16="http://schemas.microsoft.com/office/drawing/2014/main" id="{967F15ED-AA61-E6C8-888B-F27901C94A2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26520" y="2182228"/>
            <a:ext cx="5203716" cy="4301440"/>
          </a:xfrm>
          <a:prstGeom prst="roundRect">
            <a:avLst>
              <a:gd name="adj" fmla="val 4681"/>
            </a:avLst>
          </a:prstGeom>
          <a:solidFill>
            <a:schemeClr val="bg1"/>
          </a:solidFill>
          <a:ln w="19050">
            <a:solidFill>
              <a:schemeClr val="accent1">
                <a:lumMod val="40000"/>
                <a:lumOff val="60000"/>
              </a:schemeClr>
            </a:solidFill>
          </a:ln>
          <a:effectLst>
            <a:outerShdw dist="63500" dir="8100000" algn="ctr" rotWithShape="0">
              <a:schemeClr val="accent1">
                <a:lumMod val="20000"/>
                <a:lumOff val="80000"/>
              </a:schemeClr>
            </a:outerShdw>
          </a:effectLst>
        </p:spPr>
        <p:txBody>
          <a:bodyPr wrap="square" lIns="180000" tIns="360000" rIns="18000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>
                <a:latin typeface="+mn-lt"/>
              </a:rPr>
              <a:t>  ,   . Duis nec  ,   ,   , pulvinar   ,   ante.  ,  at  , id    et .  in    et    ;  a  at  </a:t>
            </a:r>
            <a:r>
              <a:rPr lang="fr-FR" dirty="0" err="1">
                <a:latin typeface="+mn-lt"/>
              </a:rPr>
              <a:t>consequat</a:t>
            </a:r>
            <a:r>
              <a:rPr lang="fr-FR" dirty="0">
                <a:latin typeface="+mn-lt"/>
              </a:rPr>
              <a:t>   vitae   libero, at   </a:t>
            </a:r>
            <a:r>
              <a:rPr lang="fr-FR" dirty="0" err="1">
                <a:latin typeface="+mn-lt"/>
              </a:rPr>
              <a:t>consequat</a:t>
            </a:r>
            <a:r>
              <a:rPr lang="fr-FR" dirty="0">
                <a:latin typeface="+mn-lt"/>
              </a:rPr>
              <a:t>  et mi , porta .  non      ,   . Nam at magna id est     ,  a  ,  libero   ,   . Duis nec  ,   ,   , pulvinar   ,   ante.  ,  at  , id    et .  in    et    ;  a  at  </a:t>
            </a:r>
            <a:r>
              <a:rPr lang="fr-FR" dirty="0" err="1">
                <a:latin typeface="+mn-lt"/>
              </a:rPr>
              <a:t>consequat</a:t>
            </a:r>
            <a:r>
              <a:rPr lang="fr-FR" dirty="0">
                <a:latin typeface="+mn-lt"/>
              </a:rPr>
              <a:t>   vitae   libero, at   </a:t>
            </a:r>
            <a:r>
              <a:rPr lang="fr-FR" dirty="0" err="1">
                <a:latin typeface="+mn-lt"/>
              </a:rPr>
              <a:t>consequat</a:t>
            </a:r>
            <a:r>
              <a:rPr lang="fr-FR" dirty="0">
                <a:latin typeface="+mn-lt"/>
              </a:rPr>
              <a:t> vitae.</a:t>
            </a:r>
            <a:endParaRPr lang="fr-FR" dirty="0"/>
          </a:p>
        </p:txBody>
      </p:sp>
      <p:sp>
        <p:nvSpPr>
          <p:cNvPr id="16" name="Espace réservé du texte 6">
            <a:extLst>
              <a:ext uri="{FF2B5EF4-FFF2-40B4-BE49-F238E27FC236}">
                <a16:creationId xmlns:a16="http://schemas.microsoft.com/office/drawing/2014/main" id="{0DC21063-9E59-E77E-4A7A-40B0DCEFD29D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718598" y="2329009"/>
            <a:ext cx="1074644" cy="308026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>
                <a:solidFill>
                  <a:sysClr val="windowText" lastClr="000000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 sz="1400" dirty="0">
                <a:latin typeface="+mn-lt"/>
                <a:ea typeface="Poppins Regular"/>
                <a:cs typeface="Poppins Regular"/>
                <a:sym typeface="Poppins Regular"/>
              </a:rPr>
              <a:t>Contexte</a:t>
            </a:r>
            <a:endParaRPr lang="fr-FR" sz="1200" dirty="0">
              <a:latin typeface="+mn-lt"/>
              <a:ea typeface="Poppins Regular"/>
              <a:cs typeface="Poppins Regular"/>
              <a:sym typeface="Poppins Regular"/>
            </a:endParaRPr>
          </a:p>
        </p:txBody>
      </p:sp>
      <p:sp>
        <p:nvSpPr>
          <p:cNvPr id="18" name="Espace réservé du texte 6">
            <a:extLst>
              <a:ext uri="{FF2B5EF4-FFF2-40B4-BE49-F238E27FC236}">
                <a16:creationId xmlns:a16="http://schemas.microsoft.com/office/drawing/2014/main" id="{73BB3BEA-9DA3-B39B-FA82-196D750DF982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193313" y="2329009"/>
            <a:ext cx="1526762" cy="308026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>
                <a:solidFill>
                  <a:sysClr val="windowText" lastClr="000000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 sz="1400" dirty="0">
                <a:latin typeface="+mn-lt"/>
                <a:ea typeface="Poppins Regular"/>
                <a:cs typeface="Poppins Regular"/>
                <a:sym typeface="Poppins Regular"/>
              </a:rPr>
              <a:t>Réponse eXalt</a:t>
            </a:r>
            <a:endParaRPr lang="fr-FR" sz="1200" dirty="0">
              <a:latin typeface="+mn-lt"/>
              <a:ea typeface="Poppins Regular"/>
              <a:cs typeface="Poppins Regular"/>
              <a:sym typeface="Poppins Regular"/>
            </a:endParaRPr>
          </a:p>
        </p:txBody>
      </p:sp>
      <p:sp>
        <p:nvSpPr>
          <p:cNvPr id="22" name="Espace réservé du texte 6">
            <a:extLst>
              <a:ext uri="{FF2B5EF4-FFF2-40B4-BE49-F238E27FC236}">
                <a16:creationId xmlns:a16="http://schemas.microsoft.com/office/drawing/2014/main" id="{E6C3B9BD-6323-968E-0492-23245249F250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193313" y="4451175"/>
            <a:ext cx="1027883" cy="30802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 sz="1400" dirty="0">
                <a:latin typeface="+mn-lt"/>
                <a:ea typeface="Poppins Regular"/>
                <a:cs typeface="Poppins Regular"/>
                <a:sym typeface="Poppins Regular"/>
              </a:rPr>
              <a:t>Résultats</a:t>
            </a:r>
            <a:endParaRPr lang="fr-FR" sz="1200" dirty="0">
              <a:latin typeface="+mn-lt"/>
              <a:ea typeface="Poppins Regular"/>
              <a:cs typeface="Poppins Regular"/>
              <a:sym typeface="Poppins Regular"/>
            </a:endParaRPr>
          </a:p>
        </p:txBody>
      </p:sp>
      <p:sp>
        <p:nvSpPr>
          <p:cNvPr id="24" name="Espace réservé du texte 17">
            <a:extLst>
              <a:ext uri="{FF2B5EF4-FFF2-40B4-BE49-F238E27FC236}">
                <a16:creationId xmlns:a16="http://schemas.microsoft.com/office/drawing/2014/main" id="{EB7B0593-46D0-D652-C92F-CEA48DE30ACA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3183465" y="1550508"/>
            <a:ext cx="7880840" cy="378780"/>
          </a:xfr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>
                <a:latin typeface="+mn-lt"/>
              </a:rPr>
              <a:t>  ,   . Duis nec  ,   ,  .</a:t>
            </a:r>
            <a:endParaRPr lang="fr-FR" dirty="0"/>
          </a:p>
        </p:txBody>
      </p:sp>
      <p:sp>
        <p:nvSpPr>
          <p:cNvPr id="25" name="Titre 1">
            <a:extLst>
              <a:ext uri="{FF2B5EF4-FFF2-40B4-BE49-F238E27FC236}">
                <a16:creationId xmlns:a16="http://schemas.microsoft.com/office/drawing/2014/main" id="{B0E35C25-204F-588D-B588-C41C0BD3CD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83465" y="936286"/>
            <a:ext cx="7880835" cy="614222"/>
          </a:xfrm>
          <a:prstGeom prst="rect">
            <a:avLst/>
          </a:prstGeom>
        </p:spPr>
        <p:txBody>
          <a:bodyPr anchor="t">
            <a:noAutofit/>
          </a:bodyPr>
          <a:lstStyle/>
          <a:p>
            <a:r>
              <a:rPr lang="fr-FR" dirty="0"/>
              <a:t>Titre de la slide</a:t>
            </a:r>
          </a:p>
        </p:txBody>
      </p:sp>
      <p:sp>
        <p:nvSpPr>
          <p:cNvPr id="26" name="Espace réservé pour une image  40">
            <a:extLst>
              <a:ext uri="{FF2B5EF4-FFF2-40B4-BE49-F238E27FC236}">
                <a16:creationId xmlns:a16="http://schemas.microsoft.com/office/drawing/2014/main" id="{98CF0F03-960C-531A-E2F0-8E7D5220B850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526520" y="936287"/>
            <a:ext cx="2224101" cy="993001"/>
          </a:xfrm>
          <a:custGeom>
            <a:avLst/>
            <a:gdLst>
              <a:gd name="connsiteX0" fmla="*/ 40254 w 920750"/>
              <a:gd name="connsiteY0" fmla="*/ 0 h 920750"/>
              <a:gd name="connsiteX1" fmla="*/ 880888 w 920750"/>
              <a:gd name="connsiteY1" fmla="*/ 0 h 920750"/>
              <a:gd name="connsiteX2" fmla="*/ 909161 w 920750"/>
              <a:gd name="connsiteY2" fmla="*/ 11711 h 920750"/>
              <a:gd name="connsiteX3" fmla="*/ 920750 w 920750"/>
              <a:gd name="connsiteY3" fmla="*/ 39691 h 920750"/>
              <a:gd name="connsiteX4" fmla="*/ 920750 w 920750"/>
              <a:gd name="connsiteY4" fmla="*/ 880909 h 920750"/>
              <a:gd name="connsiteX5" fmla="*/ 909161 w 920750"/>
              <a:gd name="connsiteY5" fmla="*/ 908888 h 920750"/>
              <a:gd name="connsiteX6" fmla="*/ 880524 w 920750"/>
              <a:gd name="connsiteY6" fmla="*/ 920750 h 920750"/>
              <a:gd name="connsiteX7" fmla="*/ 40618 w 920750"/>
              <a:gd name="connsiteY7" fmla="*/ 920750 h 920750"/>
              <a:gd name="connsiteX8" fmla="*/ 11982 w 920750"/>
              <a:gd name="connsiteY8" fmla="*/ 908888 h 920750"/>
              <a:gd name="connsiteX9" fmla="*/ 0 w 920750"/>
              <a:gd name="connsiteY9" fmla="*/ 879962 h 920750"/>
              <a:gd name="connsiteX10" fmla="*/ 0 w 920750"/>
              <a:gd name="connsiteY10" fmla="*/ 40637 h 920750"/>
              <a:gd name="connsiteX11" fmla="*/ 11982 w 920750"/>
              <a:gd name="connsiteY11" fmla="*/ 11711 h 920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0750" h="920750">
                <a:moveTo>
                  <a:pt x="40254" y="0"/>
                </a:moveTo>
                <a:lnTo>
                  <a:pt x="880888" y="0"/>
                </a:lnTo>
                <a:lnTo>
                  <a:pt x="909161" y="11711"/>
                </a:lnTo>
                <a:lnTo>
                  <a:pt x="920750" y="39691"/>
                </a:lnTo>
                <a:lnTo>
                  <a:pt x="920750" y="880909"/>
                </a:lnTo>
                <a:lnTo>
                  <a:pt x="909161" y="908888"/>
                </a:lnTo>
                <a:lnTo>
                  <a:pt x="880524" y="920750"/>
                </a:lnTo>
                <a:lnTo>
                  <a:pt x="40618" y="920750"/>
                </a:lnTo>
                <a:lnTo>
                  <a:pt x="11982" y="908888"/>
                </a:lnTo>
                <a:cubicBezTo>
                  <a:pt x="4579" y="901486"/>
                  <a:pt x="0" y="891259"/>
                  <a:pt x="0" y="879962"/>
                </a:cubicBezTo>
                <a:lnTo>
                  <a:pt x="0" y="40637"/>
                </a:lnTo>
                <a:cubicBezTo>
                  <a:pt x="0" y="29341"/>
                  <a:pt x="4579" y="19114"/>
                  <a:pt x="11982" y="11711"/>
                </a:cubicBezTo>
                <a:close/>
              </a:path>
            </a:pathLst>
          </a:custGeom>
          <a:noFill/>
          <a:ln w="6350">
            <a:noFill/>
          </a:ln>
        </p:spPr>
        <p:txBody>
          <a:bodyPr wrap="square">
            <a:noAutofit/>
          </a:bodyPr>
          <a:lstStyle>
            <a:lvl1pPr marL="0" indent="0">
              <a:buNone/>
              <a:defRPr b="1"/>
            </a:lvl1pPr>
          </a:lstStyle>
          <a:p>
            <a:r>
              <a:rPr lang="fr-FR" dirty="0"/>
              <a:t> Logo</a:t>
            </a:r>
          </a:p>
        </p:txBody>
      </p:sp>
      <p:sp>
        <p:nvSpPr>
          <p:cNvPr id="29" name="Espace réservé du texte 6">
            <a:extLst>
              <a:ext uri="{FF2B5EF4-FFF2-40B4-BE49-F238E27FC236}">
                <a16:creationId xmlns:a16="http://schemas.microsoft.com/office/drawing/2014/main" id="{4C5AE989-756B-6E61-B30E-D49B417BDAAF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 rot="5400000">
            <a:off x="2527587" y="1449823"/>
            <a:ext cx="860400" cy="14400"/>
          </a:xfrm>
          <a:prstGeom prst="roundRect">
            <a:avLst>
              <a:gd name="adj" fmla="val 0"/>
            </a:avLst>
          </a:prstGeom>
          <a:solidFill>
            <a:schemeClr val="tx2">
              <a:lumMod val="9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 sz="1200" dirty="0">
                <a:latin typeface="+mn-lt"/>
                <a:ea typeface="Poppins Regular"/>
                <a:cs typeface="Poppins Regular"/>
                <a:sym typeface="Poppins Regular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30440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ignettes textes + log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ce réservé du texte 21">
            <a:extLst>
              <a:ext uri="{FF2B5EF4-FFF2-40B4-BE49-F238E27FC236}">
                <a16:creationId xmlns:a16="http://schemas.microsoft.com/office/drawing/2014/main" id="{A2813898-914C-C7D9-99B7-95DD184FA09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2782" y="2101574"/>
            <a:ext cx="3360498" cy="5189688"/>
          </a:xfrm>
          <a:prstGeom prst="roundRect">
            <a:avLst>
              <a:gd name="adj" fmla="val 8788"/>
            </a:avLst>
          </a:prstGeom>
          <a:solidFill>
            <a:schemeClr val="bg1"/>
          </a:solidFill>
          <a:ln w="19050">
            <a:noFill/>
          </a:ln>
          <a:effectLst/>
        </p:spPr>
        <p:txBody>
          <a:bodyPr wrap="square" lIns="180000" tIns="612000" rIns="18000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>
                <a:latin typeface="+mn-lt"/>
              </a:rPr>
              <a:t>  ,   . Duis nec  ,   ,   , pulvinar   ,   ante.  ,  at  , id    et .  in    et    ;  a  at  </a:t>
            </a:r>
            <a:r>
              <a:rPr lang="fr-FR" dirty="0" err="1">
                <a:latin typeface="+mn-lt"/>
              </a:rPr>
              <a:t>consequat</a:t>
            </a:r>
            <a:r>
              <a:rPr lang="fr-FR" dirty="0">
                <a:latin typeface="+mn-lt"/>
              </a:rPr>
              <a:t>   vitae   libero, at   </a:t>
            </a:r>
            <a:r>
              <a:rPr lang="fr-FR" dirty="0" err="1">
                <a:latin typeface="+mn-lt"/>
              </a:rPr>
              <a:t>consequat</a:t>
            </a:r>
            <a:r>
              <a:rPr lang="fr-FR" dirty="0">
                <a:latin typeface="+mn-lt"/>
              </a:rPr>
              <a:t>  et mi , porta .  non      ,   . Nam at magna id est     ,  a  ,  libero   </a:t>
            </a:r>
            <a:endParaRPr lang="fr-FR" dirty="0"/>
          </a:p>
        </p:txBody>
      </p:sp>
      <p:sp>
        <p:nvSpPr>
          <p:cNvPr id="18" name="Espace réservé du texte 21">
            <a:extLst>
              <a:ext uri="{FF2B5EF4-FFF2-40B4-BE49-F238E27FC236}">
                <a16:creationId xmlns:a16="http://schemas.microsoft.com/office/drawing/2014/main" id="{8EFF404D-A207-FFA8-B04C-A42A34B7630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415750" y="2101574"/>
            <a:ext cx="3360498" cy="5189688"/>
          </a:xfrm>
          <a:prstGeom prst="roundRect">
            <a:avLst>
              <a:gd name="adj" fmla="val 8788"/>
            </a:avLst>
          </a:prstGeom>
          <a:solidFill>
            <a:schemeClr val="bg1"/>
          </a:solidFill>
          <a:ln w="19050">
            <a:noFill/>
          </a:ln>
          <a:effectLst/>
        </p:spPr>
        <p:txBody>
          <a:bodyPr wrap="square" lIns="180000" tIns="612000" rIns="18000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>
                <a:latin typeface="+mn-lt"/>
              </a:rPr>
              <a:t>  ,   . Duis nec  ,   ,   , pulvinar   ,   ante.  ,  at  , id    et .  in    et    ;  a  at  </a:t>
            </a:r>
            <a:r>
              <a:rPr lang="fr-FR" dirty="0" err="1">
                <a:latin typeface="+mn-lt"/>
              </a:rPr>
              <a:t>consequat</a:t>
            </a:r>
            <a:r>
              <a:rPr lang="fr-FR" dirty="0">
                <a:latin typeface="+mn-lt"/>
              </a:rPr>
              <a:t>   vitae   libero, at   </a:t>
            </a:r>
            <a:r>
              <a:rPr lang="fr-FR" dirty="0" err="1">
                <a:latin typeface="+mn-lt"/>
              </a:rPr>
              <a:t>consequat</a:t>
            </a:r>
            <a:r>
              <a:rPr lang="fr-FR" dirty="0">
                <a:latin typeface="+mn-lt"/>
              </a:rPr>
              <a:t>  et mi , porta .  non      ,   . Nam at magna id est     ,  a  ,  libero   </a:t>
            </a:r>
            <a:endParaRPr lang="fr-FR" dirty="0"/>
          </a:p>
        </p:txBody>
      </p:sp>
      <p:sp>
        <p:nvSpPr>
          <p:cNvPr id="20" name="Espace réservé du texte 21">
            <a:extLst>
              <a:ext uri="{FF2B5EF4-FFF2-40B4-BE49-F238E27FC236}">
                <a16:creationId xmlns:a16="http://schemas.microsoft.com/office/drawing/2014/main" id="{929E2183-6591-9B0A-143B-7B56FDE2F5A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028718" y="2101574"/>
            <a:ext cx="3360498" cy="5189688"/>
          </a:xfrm>
          <a:prstGeom prst="roundRect">
            <a:avLst>
              <a:gd name="adj" fmla="val 8788"/>
            </a:avLst>
          </a:prstGeom>
          <a:solidFill>
            <a:schemeClr val="bg1"/>
          </a:solidFill>
          <a:ln w="19050">
            <a:noFill/>
          </a:ln>
          <a:effectLst/>
        </p:spPr>
        <p:txBody>
          <a:bodyPr wrap="square" lIns="180000" tIns="612000" rIns="18000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>
                <a:latin typeface="+mn-lt"/>
              </a:rPr>
              <a:t>  ,   . Duis nec  ,   ,   , pulvinar   ,   ante.  ,  at  , id    et .  in    et    ;  a  at  </a:t>
            </a:r>
            <a:r>
              <a:rPr lang="fr-FR" dirty="0" err="1">
                <a:latin typeface="+mn-lt"/>
              </a:rPr>
              <a:t>consequat</a:t>
            </a:r>
            <a:r>
              <a:rPr lang="fr-FR" dirty="0">
                <a:latin typeface="+mn-lt"/>
              </a:rPr>
              <a:t>   vitae   libero, at   </a:t>
            </a:r>
            <a:r>
              <a:rPr lang="fr-FR" dirty="0" err="1">
                <a:latin typeface="+mn-lt"/>
              </a:rPr>
              <a:t>consequat</a:t>
            </a:r>
            <a:r>
              <a:rPr lang="fr-FR" dirty="0">
                <a:latin typeface="+mn-lt"/>
              </a:rPr>
              <a:t>  et mi , porta .  non      ,   . Nam at magna id est     ,  a  ,  libero   </a:t>
            </a:r>
            <a:endParaRPr lang="fr-FR" dirty="0"/>
          </a:p>
        </p:txBody>
      </p:sp>
      <p:sp>
        <p:nvSpPr>
          <p:cNvPr id="26" name="Espace réservé du texte 9">
            <a:extLst>
              <a:ext uri="{FF2B5EF4-FFF2-40B4-BE49-F238E27FC236}">
                <a16:creationId xmlns:a16="http://schemas.microsoft.com/office/drawing/2014/main" id="{349C3A02-11FD-B7C0-7956-0A637F71084E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1964855" y="1632082"/>
            <a:ext cx="1036352" cy="1036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57150">
            <a:solidFill>
              <a:schemeClr val="tx2"/>
            </a:solidFill>
            <a:round/>
          </a:ln>
        </p:spPr>
        <p:txBody>
          <a:bodyPr anchor="ctr"/>
          <a:lstStyle>
            <a:lvl1pPr marL="0" indent="0" algn="ctr">
              <a:buNone/>
              <a:defRPr sz="1200" b="0" i="0">
                <a:solidFill>
                  <a:sysClr val="windowText" lastClr="000000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sz="1200">
                <a:latin typeface="Century Gothic" panose="020B0502020202020204" pitchFamily="34" charset="0"/>
              </a:rPr>
              <a:t> </a:t>
            </a:r>
          </a:p>
        </p:txBody>
      </p:sp>
      <p:sp>
        <p:nvSpPr>
          <p:cNvPr id="27" name="Espace réservé du texte 9">
            <a:extLst>
              <a:ext uri="{FF2B5EF4-FFF2-40B4-BE49-F238E27FC236}">
                <a16:creationId xmlns:a16="http://schemas.microsoft.com/office/drawing/2014/main" id="{0E06DF8D-B72E-2A83-8200-EC07413E3EDB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5577824" y="1632082"/>
            <a:ext cx="1036352" cy="1036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57150">
            <a:solidFill>
              <a:schemeClr val="tx2"/>
            </a:solidFill>
            <a:round/>
          </a:ln>
        </p:spPr>
        <p:txBody>
          <a:bodyPr anchor="ctr"/>
          <a:lstStyle>
            <a:lvl1pPr marL="0" indent="0" algn="ctr">
              <a:buNone/>
              <a:defRPr sz="1200" b="0" i="0">
                <a:solidFill>
                  <a:sysClr val="windowText" lastClr="000000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sz="1200">
                <a:latin typeface="Century Gothic" panose="020B0502020202020204" pitchFamily="34" charset="0"/>
              </a:rPr>
              <a:t> </a:t>
            </a:r>
          </a:p>
        </p:txBody>
      </p:sp>
      <p:sp>
        <p:nvSpPr>
          <p:cNvPr id="28" name="Espace réservé du texte 9">
            <a:extLst>
              <a:ext uri="{FF2B5EF4-FFF2-40B4-BE49-F238E27FC236}">
                <a16:creationId xmlns:a16="http://schemas.microsoft.com/office/drawing/2014/main" id="{00F9E2B6-31B9-E7D6-CD7F-59ACCD9EFAC3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9187148" y="1632082"/>
            <a:ext cx="1036352" cy="1036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57150">
            <a:solidFill>
              <a:schemeClr val="tx2"/>
            </a:solidFill>
            <a:round/>
          </a:ln>
        </p:spPr>
        <p:txBody>
          <a:bodyPr anchor="ctr"/>
          <a:lstStyle>
            <a:lvl1pPr marL="0" indent="0" algn="ctr">
              <a:buNone/>
              <a:defRPr sz="1200" b="0" i="0">
                <a:solidFill>
                  <a:sysClr val="windowText" lastClr="000000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sz="1200">
                <a:latin typeface="Century Gothic" panose="020B0502020202020204" pitchFamily="34" charset="0"/>
              </a:rPr>
              <a:t> </a:t>
            </a:r>
          </a:p>
        </p:txBody>
      </p:sp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491D0C26-DFEE-6A06-E952-F1C79CAC3CC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1287790" y="850956"/>
            <a:ext cx="1003125" cy="327600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Espace réservé du texte 6">
            <a:extLst>
              <a:ext uri="{FF2B5EF4-FFF2-40B4-BE49-F238E27FC236}">
                <a16:creationId xmlns:a16="http://schemas.microsoft.com/office/drawing/2014/main" id="{347F1662-E0FC-5735-B1D1-44C0956CDEF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2980" y="383058"/>
            <a:ext cx="5088133" cy="2470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1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/>
              <a:t>TITRE DE LA RUBRIQUE</a:t>
            </a:r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ED28D5D5-90EB-954F-5982-7C1858D3AE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9874" y="936286"/>
            <a:ext cx="9745726" cy="661988"/>
          </a:xfrm>
          <a:prstGeom prst="rect">
            <a:avLst/>
          </a:prstGeom>
        </p:spPr>
        <p:txBody>
          <a:bodyPr anchor="t">
            <a:noAutofit/>
          </a:bodyPr>
          <a:lstStyle/>
          <a:p>
            <a:r>
              <a:rPr lang="fr-FR" dirty="0"/>
              <a:t>Titre de la slide</a:t>
            </a:r>
          </a:p>
        </p:txBody>
      </p:sp>
      <p:sp>
        <p:nvSpPr>
          <p:cNvPr id="32" name="Espace réservé pour une image  40">
            <a:extLst>
              <a:ext uri="{FF2B5EF4-FFF2-40B4-BE49-F238E27FC236}">
                <a16:creationId xmlns:a16="http://schemas.microsoft.com/office/drawing/2014/main" id="{E1516C86-E7A4-ADD4-4EE5-A8418EA6D089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5653125" y="1889724"/>
            <a:ext cx="885747" cy="532227"/>
          </a:xfrm>
          <a:custGeom>
            <a:avLst/>
            <a:gdLst>
              <a:gd name="connsiteX0" fmla="*/ 40254 w 920750"/>
              <a:gd name="connsiteY0" fmla="*/ 0 h 920750"/>
              <a:gd name="connsiteX1" fmla="*/ 880888 w 920750"/>
              <a:gd name="connsiteY1" fmla="*/ 0 h 920750"/>
              <a:gd name="connsiteX2" fmla="*/ 909161 w 920750"/>
              <a:gd name="connsiteY2" fmla="*/ 11711 h 920750"/>
              <a:gd name="connsiteX3" fmla="*/ 920750 w 920750"/>
              <a:gd name="connsiteY3" fmla="*/ 39691 h 920750"/>
              <a:gd name="connsiteX4" fmla="*/ 920750 w 920750"/>
              <a:gd name="connsiteY4" fmla="*/ 880909 h 920750"/>
              <a:gd name="connsiteX5" fmla="*/ 909161 w 920750"/>
              <a:gd name="connsiteY5" fmla="*/ 908888 h 920750"/>
              <a:gd name="connsiteX6" fmla="*/ 880524 w 920750"/>
              <a:gd name="connsiteY6" fmla="*/ 920750 h 920750"/>
              <a:gd name="connsiteX7" fmla="*/ 40618 w 920750"/>
              <a:gd name="connsiteY7" fmla="*/ 920750 h 920750"/>
              <a:gd name="connsiteX8" fmla="*/ 11982 w 920750"/>
              <a:gd name="connsiteY8" fmla="*/ 908888 h 920750"/>
              <a:gd name="connsiteX9" fmla="*/ 0 w 920750"/>
              <a:gd name="connsiteY9" fmla="*/ 879962 h 920750"/>
              <a:gd name="connsiteX10" fmla="*/ 0 w 920750"/>
              <a:gd name="connsiteY10" fmla="*/ 40637 h 920750"/>
              <a:gd name="connsiteX11" fmla="*/ 11982 w 920750"/>
              <a:gd name="connsiteY11" fmla="*/ 11711 h 920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0750" h="920750">
                <a:moveTo>
                  <a:pt x="40254" y="0"/>
                </a:moveTo>
                <a:lnTo>
                  <a:pt x="880888" y="0"/>
                </a:lnTo>
                <a:lnTo>
                  <a:pt x="909161" y="11711"/>
                </a:lnTo>
                <a:lnTo>
                  <a:pt x="920750" y="39691"/>
                </a:lnTo>
                <a:lnTo>
                  <a:pt x="920750" y="880909"/>
                </a:lnTo>
                <a:lnTo>
                  <a:pt x="909161" y="908888"/>
                </a:lnTo>
                <a:lnTo>
                  <a:pt x="880524" y="920750"/>
                </a:lnTo>
                <a:lnTo>
                  <a:pt x="40618" y="920750"/>
                </a:lnTo>
                <a:lnTo>
                  <a:pt x="11982" y="908888"/>
                </a:lnTo>
                <a:cubicBezTo>
                  <a:pt x="4579" y="901486"/>
                  <a:pt x="0" y="891259"/>
                  <a:pt x="0" y="879962"/>
                </a:cubicBezTo>
                <a:lnTo>
                  <a:pt x="0" y="40637"/>
                </a:lnTo>
                <a:cubicBezTo>
                  <a:pt x="0" y="29341"/>
                  <a:pt x="4579" y="19114"/>
                  <a:pt x="11982" y="11711"/>
                </a:cubicBezTo>
                <a:close/>
              </a:path>
            </a:pathLst>
          </a:custGeom>
          <a:noFill/>
          <a:ln w="6350">
            <a:noFill/>
          </a:ln>
        </p:spPr>
        <p:txBody>
          <a:bodyPr wrap="square">
            <a:noAutofit/>
          </a:bodyPr>
          <a:lstStyle>
            <a:lvl1pPr marL="0" indent="0">
              <a:buNone/>
              <a:defRPr b="1"/>
            </a:lvl1pPr>
          </a:lstStyle>
          <a:p>
            <a:r>
              <a:rPr lang="fr-FR" dirty="0"/>
              <a:t> Logo</a:t>
            </a:r>
          </a:p>
        </p:txBody>
      </p:sp>
      <p:sp>
        <p:nvSpPr>
          <p:cNvPr id="33" name="Espace réservé pour une image  40">
            <a:extLst>
              <a:ext uri="{FF2B5EF4-FFF2-40B4-BE49-F238E27FC236}">
                <a16:creationId xmlns:a16="http://schemas.microsoft.com/office/drawing/2014/main" id="{FC843466-C37E-9763-3BA4-0C5C1A87FD14}"/>
              </a:ext>
            </a:extLst>
          </p:cNvPr>
          <p:cNvSpPr>
            <a:spLocks noGrp="1"/>
          </p:cNvSpPr>
          <p:nvPr>
            <p:ph type="pic" sz="quarter" idx="96" hasCustomPrompt="1"/>
          </p:nvPr>
        </p:nvSpPr>
        <p:spPr>
          <a:xfrm>
            <a:off x="2040157" y="1882003"/>
            <a:ext cx="885747" cy="532227"/>
          </a:xfrm>
          <a:custGeom>
            <a:avLst/>
            <a:gdLst>
              <a:gd name="connsiteX0" fmla="*/ 40254 w 920750"/>
              <a:gd name="connsiteY0" fmla="*/ 0 h 920750"/>
              <a:gd name="connsiteX1" fmla="*/ 880888 w 920750"/>
              <a:gd name="connsiteY1" fmla="*/ 0 h 920750"/>
              <a:gd name="connsiteX2" fmla="*/ 909161 w 920750"/>
              <a:gd name="connsiteY2" fmla="*/ 11711 h 920750"/>
              <a:gd name="connsiteX3" fmla="*/ 920750 w 920750"/>
              <a:gd name="connsiteY3" fmla="*/ 39691 h 920750"/>
              <a:gd name="connsiteX4" fmla="*/ 920750 w 920750"/>
              <a:gd name="connsiteY4" fmla="*/ 880909 h 920750"/>
              <a:gd name="connsiteX5" fmla="*/ 909161 w 920750"/>
              <a:gd name="connsiteY5" fmla="*/ 908888 h 920750"/>
              <a:gd name="connsiteX6" fmla="*/ 880524 w 920750"/>
              <a:gd name="connsiteY6" fmla="*/ 920750 h 920750"/>
              <a:gd name="connsiteX7" fmla="*/ 40618 w 920750"/>
              <a:gd name="connsiteY7" fmla="*/ 920750 h 920750"/>
              <a:gd name="connsiteX8" fmla="*/ 11982 w 920750"/>
              <a:gd name="connsiteY8" fmla="*/ 908888 h 920750"/>
              <a:gd name="connsiteX9" fmla="*/ 0 w 920750"/>
              <a:gd name="connsiteY9" fmla="*/ 879962 h 920750"/>
              <a:gd name="connsiteX10" fmla="*/ 0 w 920750"/>
              <a:gd name="connsiteY10" fmla="*/ 40637 h 920750"/>
              <a:gd name="connsiteX11" fmla="*/ 11982 w 920750"/>
              <a:gd name="connsiteY11" fmla="*/ 11711 h 920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0750" h="920750">
                <a:moveTo>
                  <a:pt x="40254" y="0"/>
                </a:moveTo>
                <a:lnTo>
                  <a:pt x="880888" y="0"/>
                </a:lnTo>
                <a:lnTo>
                  <a:pt x="909161" y="11711"/>
                </a:lnTo>
                <a:lnTo>
                  <a:pt x="920750" y="39691"/>
                </a:lnTo>
                <a:lnTo>
                  <a:pt x="920750" y="880909"/>
                </a:lnTo>
                <a:lnTo>
                  <a:pt x="909161" y="908888"/>
                </a:lnTo>
                <a:lnTo>
                  <a:pt x="880524" y="920750"/>
                </a:lnTo>
                <a:lnTo>
                  <a:pt x="40618" y="920750"/>
                </a:lnTo>
                <a:lnTo>
                  <a:pt x="11982" y="908888"/>
                </a:lnTo>
                <a:cubicBezTo>
                  <a:pt x="4579" y="901486"/>
                  <a:pt x="0" y="891259"/>
                  <a:pt x="0" y="879962"/>
                </a:cubicBezTo>
                <a:lnTo>
                  <a:pt x="0" y="40637"/>
                </a:lnTo>
                <a:cubicBezTo>
                  <a:pt x="0" y="29341"/>
                  <a:pt x="4579" y="19114"/>
                  <a:pt x="11982" y="11711"/>
                </a:cubicBezTo>
                <a:close/>
              </a:path>
            </a:pathLst>
          </a:custGeom>
          <a:noFill/>
          <a:ln w="6350">
            <a:noFill/>
          </a:ln>
        </p:spPr>
        <p:txBody>
          <a:bodyPr wrap="square">
            <a:noAutofit/>
          </a:bodyPr>
          <a:lstStyle>
            <a:lvl1pPr marL="0" indent="0">
              <a:buNone/>
              <a:defRPr b="1"/>
            </a:lvl1pPr>
          </a:lstStyle>
          <a:p>
            <a:r>
              <a:rPr lang="fr-FR" dirty="0"/>
              <a:t> Logo</a:t>
            </a:r>
          </a:p>
        </p:txBody>
      </p:sp>
      <p:sp>
        <p:nvSpPr>
          <p:cNvPr id="34" name="Espace réservé pour une image  40">
            <a:extLst>
              <a:ext uri="{FF2B5EF4-FFF2-40B4-BE49-F238E27FC236}">
                <a16:creationId xmlns:a16="http://schemas.microsoft.com/office/drawing/2014/main" id="{1F72D687-3AFB-4F53-0939-C401531C3FF1}"/>
              </a:ext>
            </a:extLst>
          </p:cNvPr>
          <p:cNvSpPr>
            <a:spLocks noGrp="1"/>
          </p:cNvSpPr>
          <p:nvPr>
            <p:ph type="pic" sz="quarter" idx="97" hasCustomPrompt="1"/>
          </p:nvPr>
        </p:nvSpPr>
        <p:spPr>
          <a:xfrm>
            <a:off x="9266096" y="1882002"/>
            <a:ext cx="885747" cy="532227"/>
          </a:xfrm>
          <a:custGeom>
            <a:avLst/>
            <a:gdLst>
              <a:gd name="connsiteX0" fmla="*/ 40254 w 920750"/>
              <a:gd name="connsiteY0" fmla="*/ 0 h 920750"/>
              <a:gd name="connsiteX1" fmla="*/ 880888 w 920750"/>
              <a:gd name="connsiteY1" fmla="*/ 0 h 920750"/>
              <a:gd name="connsiteX2" fmla="*/ 909161 w 920750"/>
              <a:gd name="connsiteY2" fmla="*/ 11711 h 920750"/>
              <a:gd name="connsiteX3" fmla="*/ 920750 w 920750"/>
              <a:gd name="connsiteY3" fmla="*/ 39691 h 920750"/>
              <a:gd name="connsiteX4" fmla="*/ 920750 w 920750"/>
              <a:gd name="connsiteY4" fmla="*/ 880909 h 920750"/>
              <a:gd name="connsiteX5" fmla="*/ 909161 w 920750"/>
              <a:gd name="connsiteY5" fmla="*/ 908888 h 920750"/>
              <a:gd name="connsiteX6" fmla="*/ 880524 w 920750"/>
              <a:gd name="connsiteY6" fmla="*/ 920750 h 920750"/>
              <a:gd name="connsiteX7" fmla="*/ 40618 w 920750"/>
              <a:gd name="connsiteY7" fmla="*/ 920750 h 920750"/>
              <a:gd name="connsiteX8" fmla="*/ 11982 w 920750"/>
              <a:gd name="connsiteY8" fmla="*/ 908888 h 920750"/>
              <a:gd name="connsiteX9" fmla="*/ 0 w 920750"/>
              <a:gd name="connsiteY9" fmla="*/ 879962 h 920750"/>
              <a:gd name="connsiteX10" fmla="*/ 0 w 920750"/>
              <a:gd name="connsiteY10" fmla="*/ 40637 h 920750"/>
              <a:gd name="connsiteX11" fmla="*/ 11982 w 920750"/>
              <a:gd name="connsiteY11" fmla="*/ 11711 h 920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0750" h="920750">
                <a:moveTo>
                  <a:pt x="40254" y="0"/>
                </a:moveTo>
                <a:lnTo>
                  <a:pt x="880888" y="0"/>
                </a:lnTo>
                <a:lnTo>
                  <a:pt x="909161" y="11711"/>
                </a:lnTo>
                <a:lnTo>
                  <a:pt x="920750" y="39691"/>
                </a:lnTo>
                <a:lnTo>
                  <a:pt x="920750" y="880909"/>
                </a:lnTo>
                <a:lnTo>
                  <a:pt x="909161" y="908888"/>
                </a:lnTo>
                <a:lnTo>
                  <a:pt x="880524" y="920750"/>
                </a:lnTo>
                <a:lnTo>
                  <a:pt x="40618" y="920750"/>
                </a:lnTo>
                <a:lnTo>
                  <a:pt x="11982" y="908888"/>
                </a:lnTo>
                <a:cubicBezTo>
                  <a:pt x="4579" y="901486"/>
                  <a:pt x="0" y="891259"/>
                  <a:pt x="0" y="879962"/>
                </a:cubicBezTo>
                <a:lnTo>
                  <a:pt x="0" y="40637"/>
                </a:lnTo>
                <a:cubicBezTo>
                  <a:pt x="0" y="29341"/>
                  <a:pt x="4579" y="19114"/>
                  <a:pt x="11982" y="11711"/>
                </a:cubicBezTo>
                <a:close/>
              </a:path>
            </a:pathLst>
          </a:custGeom>
          <a:noFill/>
          <a:ln w="6350">
            <a:noFill/>
          </a:ln>
        </p:spPr>
        <p:txBody>
          <a:bodyPr wrap="square">
            <a:noAutofit/>
          </a:bodyPr>
          <a:lstStyle>
            <a:lvl1pPr marL="0" indent="0">
              <a:buNone/>
              <a:defRPr b="1"/>
            </a:lvl1pPr>
          </a:lstStyle>
          <a:p>
            <a:r>
              <a:rPr lang="fr-FR" dirty="0"/>
              <a:t> Logo</a:t>
            </a:r>
          </a:p>
        </p:txBody>
      </p:sp>
    </p:spTree>
    <p:extLst>
      <p:ext uri="{BB962C8B-B14F-4D97-AF65-F5344CB8AC3E}">
        <p14:creationId xmlns:p14="http://schemas.microsoft.com/office/powerpoint/2010/main" val="124361699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gnettes textes + icônes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6">
            <a:extLst>
              <a:ext uri="{FF2B5EF4-FFF2-40B4-BE49-F238E27FC236}">
                <a16:creationId xmlns:a16="http://schemas.microsoft.com/office/drawing/2014/main" id="{8B7E4EF0-06CD-9F8D-2D80-A9F6B0D07EE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2980" y="383058"/>
            <a:ext cx="5088133" cy="2470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1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/>
              <a:t>TITRE DE LA RUBRIQUE</a:t>
            </a:r>
          </a:p>
        </p:txBody>
      </p:sp>
      <p:sp>
        <p:nvSpPr>
          <p:cNvPr id="16" name="Espace réservé du texte 9">
            <a:extLst>
              <a:ext uri="{FF2B5EF4-FFF2-40B4-BE49-F238E27FC236}">
                <a16:creationId xmlns:a16="http://schemas.microsoft.com/office/drawing/2014/main" id="{4EEE3929-7FB4-464A-A204-14772327784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476723" y="2875636"/>
            <a:ext cx="2670291" cy="3409417"/>
          </a:xfrm>
          <a:prstGeom prst="roundRect">
            <a:avLst>
              <a:gd name="adj" fmla="val 13465"/>
            </a:avLst>
          </a:prstGeom>
          <a:noFill/>
          <a:ln w="19050">
            <a:solidFill>
              <a:srgbClr val="5853FF"/>
            </a:solidFill>
            <a:round/>
          </a:ln>
        </p:spPr>
        <p:txBody>
          <a:bodyPr lIns="180000" tIns="36000" rIns="180000" bIns="0" anchor="ctr"/>
          <a:lstStyle>
            <a:lvl1pPr marL="0" indent="0" algn="ctr">
              <a:buNone/>
              <a:defRPr sz="1200" b="0" i="0">
                <a:solidFill>
                  <a:sysClr val="windowText" lastClr="000000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sz="1200" dirty="0">
                <a:latin typeface="Century Gothic" panose="020B0502020202020204" pitchFamily="34" charset="0"/>
              </a:rPr>
              <a:t> , ,  , ,  , ,  , ,  , , .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0997516-5829-C88F-8EDB-27F606ACBC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03891" y="936286"/>
            <a:ext cx="5784218" cy="1127738"/>
          </a:xfrm>
          <a:prstGeom prst="rect">
            <a:avLst/>
          </a:prstGeom>
        </p:spPr>
        <p:txBody>
          <a:bodyPr anchor="t">
            <a:noAutofit/>
          </a:bodyPr>
          <a:lstStyle>
            <a:lvl1pPr algn="ctr">
              <a:defRPr/>
            </a:lvl1pPr>
          </a:lstStyle>
          <a:p>
            <a:r>
              <a:rPr lang="fr-FR"/>
              <a:t>Titre de la slide</a:t>
            </a:r>
          </a:p>
        </p:txBody>
      </p:sp>
      <p:sp>
        <p:nvSpPr>
          <p:cNvPr id="15" name="Espace réservé du texte 9">
            <a:extLst>
              <a:ext uri="{FF2B5EF4-FFF2-40B4-BE49-F238E27FC236}">
                <a16:creationId xmlns:a16="http://schemas.microsoft.com/office/drawing/2014/main" id="{B56CD63D-F582-E7FD-3D58-A915C4C4D02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56708" y="2875636"/>
            <a:ext cx="2670291" cy="3409417"/>
          </a:xfrm>
          <a:prstGeom prst="roundRect">
            <a:avLst>
              <a:gd name="adj" fmla="val 13465"/>
            </a:avLst>
          </a:prstGeom>
          <a:noFill/>
          <a:ln w="19050">
            <a:solidFill>
              <a:schemeClr val="accent3"/>
            </a:solidFill>
            <a:round/>
          </a:ln>
        </p:spPr>
        <p:txBody>
          <a:bodyPr lIns="180000" tIns="36000" rIns="180000" bIns="0" anchor="ctr"/>
          <a:lstStyle>
            <a:lvl1pPr marL="0" indent="0" algn="ctr">
              <a:buNone/>
              <a:defRPr sz="1200" b="0" i="0">
                <a:solidFill>
                  <a:sysClr val="windowText" lastClr="000000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sz="1200">
                <a:latin typeface="Century Gothic" panose="020B0502020202020204" pitchFamily="34" charset="0"/>
              </a:rPr>
              <a:t> , ,  , ,  , ,  , ,  , , .</a:t>
            </a:r>
          </a:p>
        </p:txBody>
      </p:sp>
      <p:sp>
        <p:nvSpPr>
          <p:cNvPr id="20" name="Espace réservé du texte 9">
            <a:extLst>
              <a:ext uri="{FF2B5EF4-FFF2-40B4-BE49-F238E27FC236}">
                <a16:creationId xmlns:a16="http://schemas.microsoft.com/office/drawing/2014/main" id="{693B8F39-AEAE-43F1-DB89-6A4FFA552E0F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036691" y="2875635"/>
            <a:ext cx="2670291" cy="3409417"/>
          </a:xfrm>
          <a:prstGeom prst="roundRect">
            <a:avLst>
              <a:gd name="adj" fmla="val 13465"/>
            </a:avLst>
          </a:prstGeom>
          <a:noFill/>
          <a:ln w="19050">
            <a:solidFill>
              <a:schemeClr val="accent2"/>
            </a:solidFill>
            <a:round/>
          </a:ln>
        </p:spPr>
        <p:txBody>
          <a:bodyPr lIns="180000" tIns="36000" rIns="180000" bIns="0" anchor="ctr"/>
          <a:lstStyle>
            <a:lvl1pPr marL="0" indent="0" algn="ctr">
              <a:buNone/>
              <a:defRPr sz="1200" b="0" i="0">
                <a:solidFill>
                  <a:sysClr val="windowText" lastClr="000000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sz="1200">
                <a:latin typeface="Century Gothic" panose="020B0502020202020204" pitchFamily="34" charset="0"/>
              </a:rPr>
              <a:t> , ,  , ,  , ,  , ,  , , .</a:t>
            </a:r>
          </a:p>
        </p:txBody>
      </p:sp>
      <p:sp>
        <p:nvSpPr>
          <p:cNvPr id="11" name="Espace réservé du texte 9">
            <a:extLst>
              <a:ext uri="{FF2B5EF4-FFF2-40B4-BE49-F238E27FC236}">
                <a16:creationId xmlns:a16="http://schemas.microsoft.com/office/drawing/2014/main" id="{094C6938-C765-E6D9-2DA3-477B651B1E2B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935015" y="2348008"/>
            <a:ext cx="873641" cy="87364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chemeClr val="accent2"/>
            </a:solidFill>
            <a:round/>
          </a:ln>
        </p:spPr>
        <p:txBody>
          <a:bodyPr anchor="ctr"/>
          <a:lstStyle>
            <a:lvl1pPr marL="0" indent="0" algn="ctr">
              <a:buNone/>
              <a:defRPr sz="1200" b="0" i="0">
                <a:solidFill>
                  <a:sysClr val="windowText" lastClr="000000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sz="1200">
                <a:latin typeface="Century Gothic" panose="020B0502020202020204" pitchFamily="34" charset="0"/>
              </a:rPr>
              <a:t> </a:t>
            </a:r>
          </a:p>
        </p:txBody>
      </p:sp>
      <p:sp>
        <p:nvSpPr>
          <p:cNvPr id="12" name="Espace réservé du texte 9">
            <a:extLst>
              <a:ext uri="{FF2B5EF4-FFF2-40B4-BE49-F238E27FC236}">
                <a16:creationId xmlns:a16="http://schemas.microsoft.com/office/drawing/2014/main" id="{5B6E02F3-6249-6BFE-694D-D5DFD2C48C1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655030" y="2345743"/>
            <a:ext cx="873641" cy="87364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chemeClr val="accent3"/>
            </a:solidFill>
            <a:round/>
          </a:ln>
        </p:spPr>
        <p:txBody>
          <a:bodyPr anchor="ctr"/>
          <a:lstStyle>
            <a:lvl1pPr marL="0" indent="0" algn="ctr">
              <a:buNone/>
              <a:defRPr sz="1200" b="0" i="0">
                <a:solidFill>
                  <a:sysClr val="windowText" lastClr="000000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sz="1200">
                <a:latin typeface="Century Gothic" panose="020B0502020202020204" pitchFamily="34" charset="0"/>
              </a:rPr>
              <a:t> </a:t>
            </a:r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AB41EEA3-69B8-61DD-F524-501C5909A7B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375048" y="2346826"/>
            <a:ext cx="873641" cy="87364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rgbClr val="5853FF"/>
            </a:solidFill>
            <a:round/>
          </a:ln>
        </p:spPr>
        <p:txBody>
          <a:bodyPr anchor="ctr"/>
          <a:lstStyle>
            <a:lvl1pPr marL="0" indent="0" algn="ctr">
              <a:buNone/>
              <a:defRPr sz="1200" b="0" i="0">
                <a:solidFill>
                  <a:sysClr val="windowText" lastClr="000000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sz="1200">
                <a:latin typeface="Century Gothic" panose="020B0502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7289366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iffres clés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ce réservé pour une image  16">
            <a:extLst>
              <a:ext uri="{FF2B5EF4-FFF2-40B4-BE49-F238E27FC236}">
                <a16:creationId xmlns:a16="http://schemas.microsoft.com/office/drawing/2014/main" id="{871F9E77-6B7C-ACA2-76D7-2FFB64E20855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1593031" y="2342582"/>
            <a:ext cx="1899614" cy="1896276"/>
          </a:xfrm>
          <a:blipFill dpi="0"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 </a:t>
            </a:r>
          </a:p>
        </p:txBody>
      </p:sp>
      <p:sp>
        <p:nvSpPr>
          <p:cNvPr id="22" name="Espace réservé pour une image  16">
            <a:extLst>
              <a:ext uri="{FF2B5EF4-FFF2-40B4-BE49-F238E27FC236}">
                <a16:creationId xmlns:a16="http://schemas.microsoft.com/office/drawing/2014/main" id="{EAC4BA8D-4532-C5BF-427C-26B17618E716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3956000" y="2342582"/>
            <a:ext cx="1899614" cy="1896276"/>
          </a:xfrm>
          <a:blipFill dpi="0"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 </a:t>
            </a:r>
          </a:p>
        </p:txBody>
      </p:sp>
      <p:sp>
        <p:nvSpPr>
          <p:cNvPr id="24" name="Espace réservé pour une image  16">
            <a:extLst>
              <a:ext uri="{FF2B5EF4-FFF2-40B4-BE49-F238E27FC236}">
                <a16:creationId xmlns:a16="http://schemas.microsoft.com/office/drawing/2014/main" id="{75A5685D-18BE-ADE8-6559-A7A793274F96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6318969" y="2342582"/>
            <a:ext cx="1899614" cy="1896276"/>
          </a:xfrm>
          <a:blipFill dpi="0"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 </a:t>
            </a:r>
          </a:p>
        </p:txBody>
      </p:sp>
      <p:sp>
        <p:nvSpPr>
          <p:cNvPr id="26" name="Espace réservé pour une image  16">
            <a:extLst>
              <a:ext uri="{FF2B5EF4-FFF2-40B4-BE49-F238E27FC236}">
                <a16:creationId xmlns:a16="http://schemas.microsoft.com/office/drawing/2014/main" id="{A6209078-6611-68CB-464D-FB4DD5FE148B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8681938" y="2342582"/>
            <a:ext cx="1899614" cy="1896276"/>
          </a:xfrm>
          <a:blipFill dpi="0"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29" name="Espace réservé du texte 6">
            <a:extLst>
              <a:ext uri="{FF2B5EF4-FFF2-40B4-BE49-F238E27FC236}">
                <a16:creationId xmlns:a16="http://schemas.microsoft.com/office/drawing/2014/main" id="{C0060F6C-DA03-AEB0-3223-9E390EC90C5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471196" y="4815359"/>
            <a:ext cx="2142306" cy="7376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algn="ctr"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>
                <a:latin typeface="Century Gothic" panose="020B0502020202020204" pitchFamily="34" charset="0"/>
              </a:rPr>
              <a:t>  </a:t>
            </a:r>
            <a:r>
              <a:rPr lang="fr-FR" err="1">
                <a:latin typeface="Century Gothic" panose="020B0502020202020204" pitchFamily="34" charset="0"/>
              </a:rPr>
              <a:t>eius</a:t>
            </a:r>
            <a:r>
              <a:rPr lang="fr-FR">
                <a:latin typeface="Century Gothic" panose="020B0502020202020204" pitchFamily="34" charset="0"/>
              </a:rPr>
              <a:t>   .</a:t>
            </a:r>
          </a:p>
        </p:txBody>
      </p:sp>
      <p:sp>
        <p:nvSpPr>
          <p:cNvPr id="30" name="Espace réservé du texte 6">
            <a:extLst>
              <a:ext uri="{FF2B5EF4-FFF2-40B4-BE49-F238E27FC236}">
                <a16:creationId xmlns:a16="http://schemas.microsoft.com/office/drawing/2014/main" id="{DF64884A-32F4-CE6C-BB12-3CF9F7DA122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471197" y="4468105"/>
            <a:ext cx="2142305" cy="325872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ctr">
              <a:buNone/>
              <a:defRPr sz="1400" b="1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algn="ctr"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 sz="1400">
                <a:latin typeface="Century Gothic" panose="020B0502020202020204" pitchFamily="34" charset="0"/>
              </a:rPr>
              <a:t>Titre</a:t>
            </a:r>
            <a:endParaRPr lang="fr-FR">
              <a:latin typeface="Century Gothic" panose="020B0502020202020204" pitchFamily="34" charset="0"/>
            </a:endParaRPr>
          </a:p>
        </p:txBody>
      </p:sp>
      <p:sp>
        <p:nvSpPr>
          <p:cNvPr id="31" name="Espace réservé du texte 6">
            <a:extLst>
              <a:ext uri="{FF2B5EF4-FFF2-40B4-BE49-F238E27FC236}">
                <a16:creationId xmlns:a16="http://schemas.microsoft.com/office/drawing/2014/main" id="{F7F7533B-2D80-36F7-0243-36349DECFF8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835456" y="4815359"/>
            <a:ext cx="2142306" cy="7376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algn="ctr"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>
                <a:latin typeface="Century Gothic" panose="020B0502020202020204" pitchFamily="34" charset="0"/>
              </a:rPr>
              <a:t>  </a:t>
            </a:r>
            <a:r>
              <a:rPr lang="fr-FR" err="1">
                <a:latin typeface="Century Gothic" panose="020B0502020202020204" pitchFamily="34" charset="0"/>
              </a:rPr>
              <a:t>eius</a:t>
            </a:r>
            <a:r>
              <a:rPr lang="fr-FR">
                <a:latin typeface="Century Gothic" panose="020B0502020202020204" pitchFamily="34" charset="0"/>
              </a:rPr>
              <a:t>   .</a:t>
            </a:r>
          </a:p>
        </p:txBody>
      </p:sp>
      <p:sp>
        <p:nvSpPr>
          <p:cNvPr id="32" name="Espace réservé du texte 6">
            <a:extLst>
              <a:ext uri="{FF2B5EF4-FFF2-40B4-BE49-F238E27FC236}">
                <a16:creationId xmlns:a16="http://schemas.microsoft.com/office/drawing/2014/main" id="{B6008306-AE8E-8B61-A61E-0FA4DC4C1B2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35457" y="4468105"/>
            <a:ext cx="2142305" cy="325872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ctr">
              <a:buNone/>
              <a:defRPr sz="1400" b="1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algn="ctr"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 sz="1400">
                <a:latin typeface="Century Gothic" panose="020B0502020202020204" pitchFamily="34" charset="0"/>
              </a:rPr>
              <a:t>Titre</a:t>
            </a:r>
            <a:endParaRPr lang="fr-FR">
              <a:latin typeface="Century Gothic" panose="020B0502020202020204" pitchFamily="34" charset="0"/>
            </a:endParaRPr>
          </a:p>
        </p:txBody>
      </p:sp>
      <p:sp>
        <p:nvSpPr>
          <p:cNvPr id="33" name="Espace réservé du texte 6">
            <a:extLst>
              <a:ext uri="{FF2B5EF4-FFF2-40B4-BE49-F238E27FC236}">
                <a16:creationId xmlns:a16="http://schemas.microsoft.com/office/drawing/2014/main" id="{DE730C78-17BE-8F34-CFDE-9C3331F95F3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199716" y="4815359"/>
            <a:ext cx="2142306" cy="7376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algn="ctr"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>
                <a:latin typeface="Century Gothic" panose="020B0502020202020204" pitchFamily="34" charset="0"/>
              </a:rPr>
              <a:t>  </a:t>
            </a:r>
            <a:r>
              <a:rPr lang="fr-FR" err="1">
                <a:latin typeface="Century Gothic" panose="020B0502020202020204" pitchFamily="34" charset="0"/>
              </a:rPr>
              <a:t>eius</a:t>
            </a:r>
            <a:r>
              <a:rPr lang="fr-FR">
                <a:latin typeface="Century Gothic" panose="020B0502020202020204" pitchFamily="34" charset="0"/>
              </a:rPr>
              <a:t>   .</a:t>
            </a:r>
          </a:p>
        </p:txBody>
      </p:sp>
      <p:sp>
        <p:nvSpPr>
          <p:cNvPr id="34" name="Espace réservé du texte 6">
            <a:extLst>
              <a:ext uri="{FF2B5EF4-FFF2-40B4-BE49-F238E27FC236}">
                <a16:creationId xmlns:a16="http://schemas.microsoft.com/office/drawing/2014/main" id="{EA2820FE-1005-B61C-7F56-C882928A97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99717" y="4468105"/>
            <a:ext cx="2142305" cy="325872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ctr">
              <a:buNone/>
              <a:defRPr sz="1400" b="1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algn="ctr"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 sz="1400">
                <a:latin typeface="Century Gothic" panose="020B0502020202020204" pitchFamily="34" charset="0"/>
              </a:rPr>
              <a:t>Titre</a:t>
            </a:r>
            <a:endParaRPr lang="fr-FR">
              <a:latin typeface="Century Gothic" panose="020B0502020202020204" pitchFamily="34" charset="0"/>
            </a:endParaRPr>
          </a:p>
        </p:txBody>
      </p:sp>
      <p:sp>
        <p:nvSpPr>
          <p:cNvPr id="35" name="Espace réservé du texte 6">
            <a:extLst>
              <a:ext uri="{FF2B5EF4-FFF2-40B4-BE49-F238E27FC236}">
                <a16:creationId xmlns:a16="http://schemas.microsoft.com/office/drawing/2014/main" id="{8755413B-140C-D588-75CC-43BBF4731EF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563975" y="4815359"/>
            <a:ext cx="2142306" cy="7376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algn="ctr"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>
                <a:latin typeface="Century Gothic" panose="020B0502020202020204" pitchFamily="34" charset="0"/>
              </a:rPr>
              <a:t>  </a:t>
            </a:r>
            <a:r>
              <a:rPr lang="fr-FR" err="1">
                <a:latin typeface="Century Gothic" panose="020B0502020202020204" pitchFamily="34" charset="0"/>
              </a:rPr>
              <a:t>eius</a:t>
            </a:r>
            <a:r>
              <a:rPr lang="fr-FR">
                <a:latin typeface="Century Gothic" panose="020B0502020202020204" pitchFamily="34" charset="0"/>
              </a:rPr>
              <a:t>   .</a:t>
            </a:r>
          </a:p>
        </p:txBody>
      </p:sp>
      <p:sp>
        <p:nvSpPr>
          <p:cNvPr id="36" name="Espace réservé du texte 6">
            <a:extLst>
              <a:ext uri="{FF2B5EF4-FFF2-40B4-BE49-F238E27FC236}">
                <a16:creationId xmlns:a16="http://schemas.microsoft.com/office/drawing/2014/main" id="{3C0776E0-9B7D-AE87-81C1-31BDD7ECD59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563976" y="4468105"/>
            <a:ext cx="2142305" cy="325872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ctr">
              <a:buNone/>
              <a:defRPr sz="1400" b="1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algn="ctr"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 sz="1400">
                <a:latin typeface="Century Gothic" panose="020B0502020202020204" pitchFamily="34" charset="0"/>
              </a:rPr>
              <a:t>Titre</a:t>
            </a:r>
            <a:endParaRPr lang="fr-FR">
              <a:latin typeface="Century Gothic" panose="020B0502020202020204" pitchFamily="34" charset="0"/>
            </a:endParaRPr>
          </a:p>
        </p:txBody>
      </p:sp>
      <p:sp>
        <p:nvSpPr>
          <p:cNvPr id="37" name="Espace réservé du texte 6">
            <a:extLst>
              <a:ext uri="{FF2B5EF4-FFF2-40B4-BE49-F238E27FC236}">
                <a16:creationId xmlns:a16="http://schemas.microsoft.com/office/drawing/2014/main" id="{3DFF9064-2510-6452-AC95-78251052B24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2980" y="383058"/>
            <a:ext cx="5088133" cy="2470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1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/>
              <a:t>TITRE DE LA RUBRIQUE</a:t>
            </a:r>
          </a:p>
        </p:txBody>
      </p:sp>
      <p:sp>
        <p:nvSpPr>
          <p:cNvPr id="38" name="Espace réservé du texte 6">
            <a:extLst>
              <a:ext uri="{FF2B5EF4-FFF2-40B4-BE49-F238E27FC236}">
                <a16:creationId xmlns:a16="http://schemas.microsoft.com/office/drawing/2014/main" id="{2CAC2430-C700-49F2-2744-48C2C21F84C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905977" y="2876173"/>
            <a:ext cx="1272745" cy="8155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/>
              <a:t>00%</a:t>
            </a:r>
          </a:p>
        </p:txBody>
      </p:sp>
      <p:sp>
        <p:nvSpPr>
          <p:cNvPr id="39" name="Espace réservé du texte 6">
            <a:extLst>
              <a:ext uri="{FF2B5EF4-FFF2-40B4-BE49-F238E27FC236}">
                <a16:creationId xmlns:a16="http://schemas.microsoft.com/office/drawing/2014/main" id="{879ED0C2-96E2-6274-80D7-A7C9A06B95B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270237" y="2889879"/>
            <a:ext cx="1272745" cy="8155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/>
              <a:t>00%</a:t>
            </a:r>
          </a:p>
        </p:txBody>
      </p:sp>
      <p:sp>
        <p:nvSpPr>
          <p:cNvPr id="40" name="Espace réservé du texte 6">
            <a:extLst>
              <a:ext uri="{FF2B5EF4-FFF2-40B4-BE49-F238E27FC236}">
                <a16:creationId xmlns:a16="http://schemas.microsoft.com/office/drawing/2014/main" id="{3F2736C8-0E85-3CC2-B9E2-484BC6F0930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34497" y="2876173"/>
            <a:ext cx="1272745" cy="8155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/>
              <a:t>00%</a:t>
            </a:r>
          </a:p>
        </p:txBody>
      </p:sp>
      <p:sp>
        <p:nvSpPr>
          <p:cNvPr id="41" name="Espace réservé du texte 6">
            <a:extLst>
              <a:ext uri="{FF2B5EF4-FFF2-40B4-BE49-F238E27FC236}">
                <a16:creationId xmlns:a16="http://schemas.microsoft.com/office/drawing/2014/main" id="{F8C698A9-273D-8700-C3A7-3BAE849DFF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998756" y="2891779"/>
            <a:ext cx="1272745" cy="8155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/>
              <a:t>00%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86AE0967-DB13-C3FD-0CBB-DEC95BF7B7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03891" y="936286"/>
            <a:ext cx="5784218" cy="1127738"/>
          </a:xfrm>
          <a:prstGeom prst="rect">
            <a:avLst/>
          </a:prstGeom>
        </p:spPr>
        <p:txBody>
          <a:bodyPr anchor="t">
            <a:noAutofit/>
          </a:bodyPr>
          <a:lstStyle>
            <a:lvl1pPr algn="ctr">
              <a:defRPr/>
            </a:lvl1pPr>
          </a:lstStyle>
          <a:p>
            <a:r>
              <a:rPr lang="fr-FR"/>
              <a:t>Titre de la slide</a:t>
            </a:r>
          </a:p>
        </p:txBody>
      </p:sp>
    </p:spTree>
    <p:extLst>
      <p:ext uri="{BB962C8B-B14F-4D97-AF65-F5344CB8AC3E}">
        <p14:creationId xmlns:p14="http://schemas.microsoft.com/office/powerpoint/2010/main" val="7718148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iffres clés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>
            <a:extLst>
              <a:ext uri="{FF2B5EF4-FFF2-40B4-BE49-F238E27FC236}">
                <a16:creationId xmlns:a16="http://schemas.microsoft.com/office/drawing/2014/main" id="{AC2950FA-59DE-68F0-8BB2-3BBEB5913E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03891" y="936286"/>
            <a:ext cx="5784218" cy="1127738"/>
          </a:xfrm>
          <a:prstGeom prst="rect">
            <a:avLst/>
          </a:prstGeom>
        </p:spPr>
        <p:txBody>
          <a:bodyPr anchor="t">
            <a:noAutofit/>
          </a:bodyPr>
          <a:lstStyle>
            <a:lvl1pPr algn="ctr">
              <a:defRPr/>
            </a:lvl1pPr>
          </a:lstStyle>
          <a:p>
            <a:r>
              <a:rPr lang="fr-FR"/>
              <a:t>Titre de la slide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8329AE17-1D1A-87B3-3ABB-BA2ADEDB126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2980" y="383058"/>
            <a:ext cx="5088133" cy="2470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1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/>
              <a:t>TITRE DE LA RUBRIQUE</a:t>
            </a:r>
          </a:p>
        </p:txBody>
      </p:sp>
      <p:sp>
        <p:nvSpPr>
          <p:cNvPr id="32" name="Espace réservé du texte 21">
            <a:extLst>
              <a:ext uri="{FF2B5EF4-FFF2-40B4-BE49-F238E27FC236}">
                <a16:creationId xmlns:a16="http://schemas.microsoft.com/office/drawing/2014/main" id="{86971558-3522-B9B2-D62B-18398306566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538446" y="2941028"/>
            <a:ext cx="2900280" cy="1477635"/>
          </a:xfrm>
          <a:prstGeom prst="roundRect">
            <a:avLst>
              <a:gd name="adj" fmla="val 13720"/>
            </a:avLst>
          </a:prstGeom>
          <a:solidFill>
            <a:schemeClr val="tx2"/>
          </a:solidFill>
          <a:ln w="19050">
            <a:noFill/>
          </a:ln>
        </p:spPr>
        <p:txBody>
          <a:bodyPr wrap="square" lIns="1116000" tIns="0" rIns="180000" bIns="0" anchor="ctr">
            <a:no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>
                <a:latin typeface="Century Gothic" panose="020B0502020202020204" pitchFamily="34" charset="0"/>
              </a:rPr>
              <a:t> , , , .</a:t>
            </a:r>
            <a:endParaRPr lang="fr-FR" dirty="0"/>
          </a:p>
        </p:txBody>
      </p:sp>
      <p:sp>
        <p:nvSpPr>
          <p:cNvPr id="33" name="Espace réservé du texte 21">
            <a:extLst>
              <a:ext uri="{FF2B5EF4-FFF2-40B4-BE49-F238E27FC236}">
                <a16:creationId xmlns:a16="http://schemas.microsoft.com/office/drawing/2014/main" id="{73509189-1B67-08EB-1E56-0B0D7A3ACA7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645641" y="2941027"/>
            <a:ext cx="2900280" cy="1477635"/>
          </a:xfrm>
          <a:prstGeom prst="roundRect">
            <a:avLst>
              <a:gd name="adj" fmla="val 13720"/>
            </a:avLst>
          </a:prstGeom>
          <a:solidFill>
            <a:schemeClr val="tx2"/>
          </a:solidFill>
          <a:ln w="19050">
            <a:noFill/>
          </a:ln>
        </p:spPr>
        <p:txBody>
          <a:bodyPr wrap="square" lIns="1116000" tIns="0" rIns="180000" bIns="0" anchor="ctr">
            <a:no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fr-FR">
                <a:latin typeface="Century Gothic" panose="020B0502020202020204" pitchFamily="34" charset="0"/>
              </a:rPr>
              <a:t> , , , .</a:t>
            </a:r>
            <a:endParaRPr lang="fr-FR"/>
          </a:p>
        </p:txBody>
      </p:sp>
      <p:sp>
        <p:nvSpPr>
          <p:cNvPr id="34" name="Espace réservé du texte 21">
            <a:extLst>
              <a:ext uri="{FF2B5EF4-FFF2-40B4-BE49-F238E27FC236}">
                <a16:creationId xmlns:a16="http://schemas.microsoft.com/office/drawing/2014/main" id="{2553D5BC-BBE4-72D9-A2E4-4130B77DE37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748575" y="2941027"/>
            <a:ext cx="2900280" cy="1477635"/>
          </a:xfrm>
          <a:prstGeom prst="roundRect">
            <a:avLst>
              <a:gd name="adj" fmla="val 13720"/>
            </a:avLst>
          </a:prstGeom>
          <a:solidFill>
            <a:schemeClr val="tx2"/>
          </a:solidFill>
          <a:ln w="19050">
            <a:noFill/>
          </a:ln>
        </p:spPr>
        <p:txBody>
          <a:bodyPr wrap="square" lIns="1116000" tIns="0" rIns="180000" bIns="0" anchor="ctr">
            <a:no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fr-FR">
                <a:latin typeface="Century Gothic" panose="020B0502020202020204" pitchFamily="34" charset="0"/>
              </a:rPr>
              <a:t> , , , .</a:t>
            </a:r>
            <a:endParaRPr lang="fr-FR"/>
          </a:p>
        </p:txBody>
      </p:sp>
      <p:sp>
        <p:nvSpPr>
          <p:cNvPr id="38" name="Espace réservé du texte 21">
            <a:extLst>
              <a:ext uri="{FF2B5EF4-FFF2-40B4-BE49-F238E27FC236}">
                <a16:creationId xmlns:a16="http://schemas.microsoft.com/office/drawing/2014/main" id="{CEA3EA4B-D192-A640-92EC-46A3D0A7690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538665" y="4620875"/>
            <a:ext cx="2900280" cy="1477635"/>
          </a:xfrm>
          <a:prstGeom prst="roundRect">
            <a:avLst>
              <a:gd name="adj" fmla="val 13720"/>
            </a:avLst>
          </a:prstGeom>
          <a:solidFill>
            <a:schemeClr val="tx2"/>
          </a:solidFill>
          <a:ln w="19050">
            <a:noFill/>
          </a:ln>
        </p:spPr>
        <p:txBody>
          <a:bodyPr wrap="square" lIns="1116000" tIns="0" rIns="180000" bIns="0" anchor="ctr">
            <a:no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fr-FR">
                <a:latin typeface="Century Gothic" panose="020B0502020202020204" pitchFamily="34" charset="0"/>
              </a:rPr>
              <a:t> , , , .</a:t>
            </a:r>
            <a:endParaRPr lang="fr-FR"/>
          </a:p>
        </p:txBody>
      </p:sp>
      <p:sp>
        <p:nvSpPr>
          <p:cNvPr id="39" name="Espace réservé du texte 21">
            <a:extLst>
              <a:ext uri="{FF2B5EF4-FFF2-40B4-BE49-F238E27FC236}">
                <a16:creationId xmlns:a16="http://schemas.microsoft.com/office/drawing/2014/main" id="{3EEB5FAD-715A-0095-2CE2-A902DD7EB10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645860" y="4620874"/>
            <a:ext cx="2900280" cy="1477635"/>
          </a:xfrm>
          <a:prstGeom prst="roundRect">
            <a:avLst>
              <a:gd name="adj" fmla="val 13720"/>
            </a:avLst>
          </a:prstGeom>
          <a:solidFill>
            <a:schemeClr val="tx2"/>
          </a:solidFill>
          <a:ln w="19050">
            <a:noFill/>
          </a:ln>
        </p:spPr>
        <p:txBody>
          <a:bodyPr wrap="square" lIns="1116000" tIns="0" rIns="180000" bIns="0" anchor="ctr">
            <a:no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fr-FR">
                <a:latin typeface="Century Gothic" panose="020B0502020202020204" pitchFamily="34" charset="0"/>
              </a:rPr>
              <a:t> , , , .</a:t>
            </a:r>
            <a:endParaRPr lang="fr-FR"/>
          </a:p>
        </p:txBody>
      </p:sp>
      <p:sp>
        <p:nvSpPr>
          <p:cNvPr id="40" name="Espace réservé du texte 21">
            <a:extLst>
              <a:ext uri="{FF2B5EF4-FFF2-40B4-BE49-F238E27FC236}">
                <a16:creationId xmlns:a16="http://schemas.microsoft.com/office/drawing/2014/main" id="{28D9E184-EE91-64DB-233E-D8281A702DC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748794" y="4620874"/>
            <a:ext cx="2900280" cy="1477635"/>
          </a:xfrm>
          <a:prstGeom prst="roundRect">
            <a:avLst>
              <a:gd name="adj" fmla="val 13720"/>
            </a:avLst>
          </a:prstGeom>
          <a:solidFill>
            <a:schemeClr val="tx2"/>
          </a:solidFill>
          <a:ln w="19050">
            <a:noFill/>
          </a:ln>
        </p:spPr>
        <p:txBody>
          <a:bodyPr wrap="square" lIns="1116000" tIns="0" rIns="180000" bIns="0" anchor="ctr">
            <a:no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fr-FR">
                <a:latin typeface="Century Gothic" panose="020B0502020202020204" pitchFamily="34" charset="0"/>
              </a:rPr>
              <a:t> , , , .</a:t>
            </a:r>
            <a:endParaRPr lang="fr-FR"/>
          </a:p>
        </p:txBody>
      </p:sp>
      <p:sp>
        <p:nvSpPr>
          <p:cNvPr id="3" name="Espace réservé du texte 17">
            <a:extLst>
              <a:ext uri="{FF2B5EF4-FFF2-40B4-BE49-F238E27FC236}">
                <a16:creationId xmlns:a16="http://schemas.microsoft.com/office/drawing/2014/main" id="{D8E28A14-1790-71CC-CEFF-F0AB9F01DD17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158155" y="2370201"/>
            <a:ext cx="7875690" cy="454279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>
                <a:latin typeface="+mn-lt"/>
              </a:rPr>
              <a:t>  ,   . Duis nec  ,   ,   , pulvinar   ,   ante.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131004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s cli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E49DED0E-08D3-04A9-0B63-E25E647A8A8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space réservé du texte 9">
            <a:extLst>
              <a:ext uri="{FF2B5EF4-FFF2-40B4-BE49-F238E27FC236}">
                <a16:creationId xmlns:a16="http://schemas.microsoft.com/office/drawing/2014/main" id="{A574168B-0393-550A-8189-12A95600A620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5417149" y="478868"/>
            <a:ext cx="5950800" cy="59508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noFill/>
            <a:round/>
          </a:ln>
        </p:spPr>
        <p:txBody>
          <a:bodyPr anchor="ctr"/>
          <a:lstStyle>
            <a:lvl1pPr marL="0" indent="0" algn="ctr">
              <a:buNone/>
              <a:defRPr sz="1200" b="0" i="0">
                <a:solidFill>
                  <a:sysClr val="windowText" lastClr="000000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sz="1200">
                <a:latin typeface="Century Gothic" panose="020B0502020202020204" pitchFamily="34" charset="0"/>
              </a:rPr>
              <a:t> </a:t>
            </a:r>
          </a:p>
        </p:txBody>
      </p:sp>
      <p:sp>
        <p:nvSpPr>
          <p:cNvPr id="70" name="Espace réservé du texte 6">
            <a:extLst>
              <a:ext uri="{FF2B5EF4-FFF2-40B4-BE49-F238E27FC236}">
                <a16:creationId xmlns:a16="http://schemas.microsoft.com/office/drawing/2014/main" id="{D6FF0022-505D-4ECD-4A84-A726705133C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2980" y="383058"/>
            <a:ext cx="5088133" cy="2470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1" i="0">
                <a:solidFill>
                  <a:srgbClr val="121212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/>
              <a:t>TITRE DE LA RUBRIQUE</a:t>
            </a:r>
          </a:p>
        </p:txBody>
      </p:sp>
      <p:sp>
        <p:nvSpPr>
          <p:cNvPr id="72" name="Titre 1">
            <a:extLst>
              <a:ext uri="{FF2B5EF4-FFF2-40B4-BE49-F238E27FC236}">
                <a16:creationId xmlns:a16="http://schemas.microsoft.com/office/drawing/2014/main" id="{87B12E5D-C6C2-2DFB-86C6-C95AEA7788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9875" y="936286"/>
            <a:ext cx="5044736" cy="1127738"/>
          </a:xfrm>
          <a:prstGeom prst="rect">
            <a:avLst/>
          </a:prstGeom>
        </p:spPr>
        <p:txBody>
          <a:bodyPr anchor="t">
            <a:noAutofit/>
          </a:bodyPr>
          <a:lstStyle/>
          <a:p>
            <a:r>
              <a:rPr lang="fr-FR"/>
              <a:t>Titre de la slide</a:t>
            </a:r>
          </a:p>
        </p:txBody>
      </p:sp>
      <p:sp>
        <p:nvSpPr>
          <p:cNvPr id="3" name="Espace réservé du texte 17">
            <a:extLst>
              <a:ext uri="{FF2B5EF4-FFF2-40B4-BE49-F238E27FC236}">
                <a16:creationId xmlns:a16="http://schemas.microsoft.com/office/drawing/2014/main" id="{2F9E64FC-8FBF-4A7C-EFE4-A67F939435B4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766068" y="4135504"/>
            <a:ext cx="3864693" cy="1412876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>
                <a:latin typeface="+mn-lt"/>
              </a:rPr>
              <a:t>  ,   . Duis nec  ,   ,   , pulvinar   ,   ante.  ,  at  , id    et .  in    et    .</a:t>
            </a:r>
            <a:endParaRPr lang="fr-FR" dirty="0"/>
          </a:p>
        </p:txBody>
      </p:sp>
      <p:sp>
        <p:nvSpPr>
          <p:cNvPr id="5" name="Espace réservé du texte 17">
            <a:extLst>
              <a:ext uri="{FF2B5EF4-FFF2-40B4-BE49-F238E27FC236}">
                <a16:creationId xmlns:a16="http://schemas.microsoft.com/office/drawing/2014/main" id="{C363DAD6-FBA7-F8CF-27FC-FC19F2888C3B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766068" y="2892271"/>
            <a:ext cx="3864693" cy="95748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>
                <a:latin typeface="Century Gothic" panose="020B0502020202020204" pitchFamily="34" charset="0"/>
              </a:rPr>
              <a:t>Secteur | Secteur | Secteur | Secteur | Secteur | Secteur | Secteur | Secteur | Secteur | Secteur | Secteur | Secteur | Secteur Secteur | Secteur | Secteur | Secteur | Secteur | Secteur | Secteur | Secteur</a:t>
            </a:r>
          </a:p>
        </p:txBody>
      </p:sp>
    </p:spTree>
    <p:extLst>
      <p:ext uri="{BB962C8B-B14F-4D97-AF65-F5344CB8AC3E}">
        <p14:creationId xmlns:p14="http://schemas.microsoft.com/office/powerpoint/2010/main" val="309313137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+ icô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Espace réservé du texte 6">
            <a:extLst>
              <a:ext uri="{FF2B5EF4-FFF2-40B4-BE49-F238E27FC236}">
                <a16:creationId xmlns:a16="http://schemas.microsoft.com/office/drawing/2014/main" id="{7C109ACF-DB06-B74B-AE91-7359F8DE9D42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0" y="3835094"/>
            <a:ext cx="12192000" cy="83092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 sz="1200">
                <a:latin typeface="+mn-lt"/>
                <a:ea typeface="Poppins Regular"/>
                <a:cs typeface="Poppins Regular"/>
                <a:sym typeface="Poppins Regular"/>
              </a:rPr>
              <a:t> </a:t>
            </a:r>
          </a:p>
        </p:txBody>
      </p:sp>
      <p:sp>
        <p:nvSpPr>
          <p:cNvPr id="6" name="Espace réservé du texte 6">
            <a:extLst>
              <a:ext uri="{FF2B5EF4-FFF2-40B4-BE49-F238E27FC236}">
                <a16:creationId xmlns:a16="http://schemas.microsoft.com/office/drawing/2014/main" id="{2EA9842F-D7CB-FF10-565D-A370DCB2D99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2980" y="383058"/>
            <a:ext cx="5088133" cy="2470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1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/>
              <a:t>TITRE DE LA RUBRIQUE</a:t>
            </a:r>
          </a:p>
        </p:txBody>
      </p:sp>
      <p:sp>
        <p:nvSpPr>
          <p:cNvPr id="8" name="Espace réservé du texte 6">
            <a:extLst>
              <a:ext uri="{FF2B5EF4-FFF2-40B4-BE49-F238E27FC236}">
                <a16:creationId xmlns:a16="http://schemas.microsoft.com/office/drawing/2014/main" id="{1E249AF5-704D-F39E-8AD5-27EA28F925E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93549" y="4581088"/>
            <a:ext cx="2142306" cy="7376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algn="ctr"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>
                <a:latin typeface="Century Gothic" panose="020B0502020202020204" pitchFamily="34" charset="0"/>
              </a:rPr>
              <a:t>  </a:t>
            </a:r>
            <a:r>
              <a:rPr lang="fr-FR" err="1">
                <a:latin typeface="Century Gothic" panose="020B0502020202020204" pitchFamily="34" charset="0"/>
              </a:rPr>
              <a:t>eius</a:t>
            </a:r>
            <a:r>
              <a:rPr lang="fr-FR">
                <a:latin typeface="Century Gothic" panose="020B0502020202020204" pitchFamily="34" charset="0"/>
              </a:rPr>
              <a:t>   .</a:t>
            </a:r>
          </a:p>
        </p:txBody>
      </p:sp>
      <p:sp>
        <p:nvSpPr>
          <p:cNvPr id="9" name="Espace réservé du texte 6">
            <a:extLst>
              <a:ext uri="{FF2B5EF4-FFF2-40B4-BE49-F238E27FC236}">
                <a16:creationId xmlns:a16="http://schemas.microsoft.com/office/drawing/2014/main" id="{6B2135E3-8E42-8C82-4D43-E3AEBA92C2C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93549" y="4245626"/>
            <a:ext cx="2142305" cy="324756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ctr">
              <a:buNone/>
              <a:defRPr sz="1400" b="1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algn="ctr"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 sz="1400">
                <a:latin typeface="Century Gothic" panose="020B0502020202020204" pitchFamily="34" charset="0"/>
              </a:rPr>
              <a:t>Titre</a:t>
            </a:r>
            <a:endParaRPr lang="fr-FR">
              <a:latin typeface="Century Gothic" panose="020B0502020202020204" pitchFamily="34" charset="0"/>
            </a:endParaRPr>
          </a:p>
        </p:txBody>
      </p:sp>
      <p:sp>
        <p:nvSpPr>
          <p:cNvPr id="10" name="Espace réservé du texte 6">
            <a:extLst>
              <a:ext uri="{FF2B5EF4-FFF2-40B4-BE49-F238E27FC236}">
                <a16:creationId xmlns:a16="http://schemas.microsoft.com/office/drawing/2014/main" id="{3B8FA1D8-745B-BF3A-A443-FBAA02F0AAB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664141" y="4582506"/>
            <a:ext cx="2142306" cy="7376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algn="ctr"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>
                <a:latin typeface="Century Gothic" panose="020B0502020202020204" pitchFamily="34" charset="0"/>
              </a:rPr>
              <a:t>  </a:t>
            </a:r>
            <a:r>
              <a:rPr lang="fr-FR" err="1">
                <a:latin typeface="Century Gothic" panose="020B0502020202020204" pitchFamily="34" charset="0"/>
              </a:rPr>
              <a:t>eius</a:t>
            </a:r>
            <a:r>
              <a:rPr lang="fr-FR">
                <a:latin typeface="Century Gothic" panose="020B0502020202020204" pitchFamily="34" charset="0"/>
              </a:rPr>
              <a:t>   .</a:t>
            </a:r>
          </a:p>
        </p:txBody>
      </p:sp>
      <p:sp>
        <p:nvSpPr>
          <p:cNvPr id="11" name="Espace réservé du texte 6">
            <a:extLst>
              <a:ext uri="{FF2B5EF4-FFF2-40B4-BE49-F238E27FC236}">
                <a16:creationId xmlns:a16="http://schemas.microsoft.com/office/drawing/2014/main" id="{5A546753-34F6-09B9-0439-2FEE3D499AE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662495" y="4245626"/>
            <a:ext cx="2142305" cy="324756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ctr">
              <a:buNone/>
              <a:defRPr sz="1400" b="1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algn="ctr"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 sz="1400">
                <a:latin typeface="Century Gothic" panose="020B0502020202020204" pitchFamily="34" charset="0"/>
              </a:rPr>
              <a:t>Titre</a:t>
            </a:r>
            <a:endParaRPr lang="fr-FR">
              <a:latin typeface="Century Gothic" panose="020B0502020202020204" pitchFamily="34" charset="0"/>
            </a:endParaRPr>
          </a:p>
        </p:txBody>
      </p:sp>
      <p:sp>
        <p:nvSpPr>
          <p:cNvPr id="12" name="Espace réservé du texte 6">
            <a:extLst>
              <a:ext uri="{FF2B5EF4-FFF2-40B4-BE49-F238E27FC236}">
                <a16:creationId xmlns:a16="http://schemas.microsoft.com/office/drawing/2014/main" id="{E07D6760-5060-015F-AE33-E47E06FA39F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429793" y="4593700"/>
            <a:ext cx="2142306" cy="7376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algn="ctr"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>
                <a:latin typeface="Century Gothic" panose="020B0502020202020204" pitchFamily="34" charset="0"/>
              </a:rPr>
              <a:t>  </a:t>
            </a:r>
            <a:r>
              <a:rPr lang="fr-FR" err="1">
                <a:latin typeface="Century Gothic" panose="020B0502020202020204" pitchFamily="34" charset="0"/>
              </a:rPr>
              <a:t>eius</a:t>
            </a:r>
            <a:r>
              <a:rPr lang="fr-FR">
                <a:latin typeface="Century Gothic" panose="020B0502020202020204" pitchFamily="34" charset="0"/>
              </a:rPr>
              <a:t>   .</a:t>
            </a:r>
          </a:p>
        </p:txBody>
      </p:sp>
      <p:sp>
        <p:nvSpPr>
          <p:cNvPr id="13" name="Espace réservé du texte 6">
            <a:extLst>
              <a:ext uri="{FF2B5EF4-FFF2-40B4-BE49-F238E27FC236}">
                <a16:creationId xmlns:a16="http://schemas.microsoft.com/office/drawing/2014/main" id="{C7D5FC09-4FC2-3569-F9D4-98A8A7B5E1B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431441" y="4256332"/>
            <a:ext cx="2142305" cy="324756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ctr">
              <a:buNone/>
              <a:defRPr sz="1400" b="1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algn="ctr"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 sz="1400">
                <a:latin typeface="Century Gothic" panose="020B0502020202020204" pitchFamily="34" charset="0"/>
              </a:rPr>
              <a:t>Titre</a:t>
            </a:r>
            <a:endParaRPr lang="fr-FR">
              <a:latin typeface="Century Gothic" panose="020B0502020202020204" pitchFamily="34" charset="0"/>
            </a:endParaRPr>
          </a:p>
        </p:txBody>
      </p:sp>
      <p:sp>
        <p:nvSpPr>
          <p:cNvPr id="14" name="Espace réservé du texte 6">
            <a:extLst>
              <a:ext uri="{FF2B5EF4-FFF2-40B4-BE49-F238E27FC236}">
                <a16:creationId xmlns:a16="http://schemas.microsoft.com/office/drawing/2014/main" id="{E5CBCF37-76F6-41A3-DC33-2FE590A88EB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195445" y="4593700"/>
            <a:ext cx="2142306" cy="7376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algn="ctr"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>
                <a:latin typeface="Century Gothic" panose="020B0502020202020204" pitchFamily="34" charset="0"/>
              </a:rPr>
              <a:t>  </a:t>
            </a:r>
            <a:r>
              <a:rPr lang="fr-FR" err="1">
                <a:latin typeface="Century Gothic" panose="020B0502020202020204" pitchFamily="34" charset="0"/>
              </a:rPr>
              <a:t>eius</a:t>
            </a:r>
            <a:r>
              <a:rPr lang="fr-FR">
                <a:latin typeface="Century Gothic" panose="020B0502020202020204" pitchFamily="34" charset="0"/>
              </a:rPr>
              <a:t>   .</a:t>
            </a:r>
          </a:p>
        </p:txBody>
      </p:sp>
      <p:sp>
        <p:nvSpPr>
          <p:cNvPr id="15" name="Espace réservé du texte 6">
            <a:extLst>
              <a:ext uri="{FF2B5EF4-FFF2-40B4-BE49-F238E27FC236}">
                <a16:creationId xmlns:a16="http://schemas.microsoft.com/office/drawing/2014/main" id="{BFCB53D0-76EA-C57A-53D6-BD156F5F794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93012" y="4256332"/>
            <a:ext cx="2142305" cy="324756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ctr">
              <a:buNone/>
              <a:defRPr sz="1400" b="1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algn="ctr"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 sz="1400">
                <a:latin typeface="Century Gothic" panose="020B0502020202020204" pitchFamily="34" charset="0"/>
              </a:rPr>
              <a:t>Titre</a:t>
            </a:r>
            <a:endParaRPr lang="fr-FR">
              <a:latin typeface="Century Gothic" panose="020B0502020202020204" pitchFamily="34" charset="0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5AC2BC4-412F-5B19-A6EC-A11F6871D5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9874" y="936286"/>
            <a:ext cx="7029419" cy="1127738"/>
          </a:xfrm>
          <a:prstGeom prst="rect">
            <a:avLst/>
          </a:prstGeom>
        </p:spPr>
        <p:txBody>
          <a:bodyPr anchor="t">
            <a:noAutofit/>
          </a:bodyPr>
          <a:lstStyle/>
          <a:p>
            <a:r>
              <a:rPr lang="fr-FR"/>
              <a:t>Titre de la slide</a:t>
            </a:r>
          </a:p>
        </p:txBody>
      </p:sp>
      <p:sp>
        <p:nvSpPr>
          <p:cNvPr id="34" name="Espace réservé du texte 9">
            <a:extLst>
              <a:ext uri="{FF2B5EF4-FFF2-40B4-BE49-F238E27FC236}">
                <a16:creationId xmlns:a16="http://schemas.microsoft.com/office/drawing/2014/main" id="{FDD5BAE8-D564-9EAA-0ED3-BEAD2DD70B7C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1183341" y="2124008"/>
            <a:ext cx="1542400" cy="1540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9050">
            <a:noFill/>
            <a:round/>
          </a:ln>
        </p:spPr>
        <p:txBody>
          <a:bodyPr anchor="ctr"/>
          <a:lstStyle>
            <a:lvl1pPr marL="0" indent="0" algn="ctr">
              <a:buNone/>
              <a:defRPr sz="1200" b="0" i="0">
                <a:solidFill>
                  <a:sysClr val="windowText" lastClr="000000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sz="1200">
                <a:latin typeface="Century Gothic" panose="020B0502020202020204" pitchFamily="34" charset="0"/>
              </a:rPr>
              <a:t> </a:t>
            </a:r>
          </a:p>
        </p:txBody>
      </p:sp>
      <p:sp>
        <p:nvSpPr>
          <p:cNvPr id="35" name="Espace réservé du texte 9">
            <a:extLst>
              <a:ext uri="{FF2B5EF4-FFF2-40B4-BE49-F238E27FC236}">
                <a16:creationId xmlns:a16="http://schemas.microsoft.com/office/drawing/2014/main" id="{072560F2-4C37-57E6-38BD-FE00805B2514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1839341" y="3754008"/>
            <a:ext cx="230400" cy="230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9050">
            <a:noFill/>
            <a:round/>
          </a:ln>
        </p:spPr>
        <p:txBody>
          <a:bodyPr anchor="ctr"/>
          <a:lstStyle>
            <a:lvl1pPr marL="0" indent="0" algn="ctr">
              <a:buNone/>
              <a:defRPr sz="1200" b="0" i="0">
                <a:solidFill>
                  <a:sysClr val="windowText" lastClr="000000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sz="1200">
                <a:latin typeface="Century Gothic" panose="020B0502020202020204" pitchFamily="34" charset="0"/>
              </a:rPr>
              <a:t> </a:t>
            </a:r>
          </a:p>
        </p:txBody>
      </p:sp>
      <p:sp>
        <p:nvSpPr>
          <p:cNvPr id="36" name="Espace réservé du texte 9">
            <a:extLst>
              <a:ext uri="{FF2B5EF4-FFF2-40B4-BE49-F238E27FC236}">
                <a16:creationId xmlns:a16="http://schemas.microsoft.com/office/drawing/2014/main" id="{19694BA3-E5BD-9D21-2537-86E86CC05CF1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3958893" y="2124008"/>
            <a:ext cx="1542400" cy="1540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9050">
            <a:noFill/>
            <a:round/>
          </a:ln>
        </p:spPr>
        <p:txBody>
          <a:bodyPr anchor="ctr"/>
          <a:lstStyle>
            <a:lvl1pPr marL="0" indent="0" algn="ctr">
              <a:buNone/>
              <a:defRPr sz="1200" b="0" i="0">
                <a:solidFill>
                  <a:sysClr val="windowText" lastClr="000000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sz="1200">
                <a:latin typeface="Century Gothic" panose="020B0502020202020204" pitchFamily="34" charset="0"/>
              </a:rPr>
              <a:t> </a:t>
            </a:r>
          </a:p>
        </p:txBody>
      </p:sp>
      <p:sp>
        <p:nvSpPr>
          <p:cNvPr id="37" name="Espace réservé du texte 9">
            <a:extLst>
              <a:ext uri="{FF2B5EF4-FFF2-40B4-BE49-F238E27FC236}">
                <a16:creationId xmlns:a16="http://schemas.microsoft.com/office/drawing/2014/main" id="{E6F15BCF-A520-FB29-147E-50D84789B1F2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4614893" y="3754008"/>
            <a:ext cx="230400" cy="230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9050">
            <a:noFill/>
            <a:round/>
          </a:ln>
        </p:spPr>
        <p:txBody>
          <a:bodyPr anchor="ctr"/>
          <a:lstStyle>
            <a:lvl1pPr marL="0" indent="0" algn="ctr">
              <a:buNone/>
              <a:defRPr sz="1200" b="0" i="0">
                <a:solidFill>
                  <a:sysClr val="windowText" lastClr="000000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sz="1200">
                <a:latin typeface="Century Gothic" panose="020B0502020202020204" pitchFamily="34" charset="0"/>
              </a:rPr>
              <a:t> </a:t>
            </a:r>
          </a:p>
        </p:txBody>
      </p:sp>
      <p:sp>
        <p:nvSpPr>
          <p:cNvPr id="38" name="Espace réservé du texte 9">
            <a:extLst>
              <a:ext uri="{FF2B5EF4-FFF2-40B4-BE49-F238E27FC236}">
                <a16:creationId xmlns:a16="http://schemas.microsoft.com/office/drawing/2014/main" id="{7BFA7FDB-3460-411E-8E9F-1D8C7F889CA6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>
          <a:xfrm>
            <a:off x="6734445" y="2124008"/>
            <a:ext cx="1542400" cy="1540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9050">
            <a:noFill/>
            <a:round/>
          </a:ln>
        </p:spPr>
        <p:txBody>
          <a:bodyPr anchor="ctr"/>
          <a:lstStyle>
            <a:lvl1pPr marL="0" indent="0" algn="ctr">
              <a:buNone/>
              <a:defRPr sz="1200" b="0" i="0">
                <a:solidFill>
                  <a:sysClr val="windowText" lastClr="000000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sz="1200">
                <a:latin typeface="Century Gothic" panose="020B0502020202020204" pitchFamily="34" charset="0"/>
              </a:rPr>
              <a:t> </a:t>
            </a:r>
          </a:p>
        </p:txBody>
      </p:sp>
      <p:sp>
        <p:nvSpPr>
          <p:cNvPr id="39" name="Espace réservé du texte 9">
            <a:extLst>
              <a:ext uri="{FF2B5EF4-FFF2-40B4-BE49-F238E27FC236}">
                <a16:creationId xmlns:a16="http://schemas.microsoft.com/office/drawing/2014/main" id="{8385EA88-5076-334C-09FC-0157F2696DDA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7390445" y="3754008"/>
            <a:ext cx="230400" cy="230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9050">
            <a:noFill/>
            <a:round/>
          </a:ln>
        </p:spPr>
        <p:txBody>
          <a:bodyPr anchor="ctr"/>
          <a:lstStyle>
            <a:lvl1pPr marL="0" indent="0" algn="ctr">
              <a:buNone/>
              <a:defRPr sz="1200" b="0" i="0">
                <a:solidFill>
                  <a:sysClr val="windowText" lastClr="000000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sz="1200">
                <a:latin typeface="Century Gothic" panose="020B0502020202020204" pitchFamily="34" charset="0"/>
              </a:rPr>
              <a:t> </a:t>
            </a:r>
          </a:p>
        </p:txBody>
      </p:sp>
      <p:sp>
        <p:nvSpPr>
          <p:cNvPr id="40" name="Espace réservé du texte 9">
            <a:extLst>
              <a:ext uri="{FF2B5EF4-FFF2-40B4-BE49-F238E27FC236}">
                <a16:creationId xmlns:a16="http://schemas.microsoft.com/office/drawing/2014/main" id="{AC0A6686-C694-CFC9-E7A8-5B8B590BFB59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509998" y="2124008"/>
            <a:ext cx="1542400" cy="1540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9050">
            <a:noFill/>
            <a:round/>
          </a:ln>
        </p:spPr>
        <p:txBody>
          <a:bodyPr anchor="ctr"/>
          <a:lstStyle>
            <a:lvl1pPr marL="0" indent="0" algn="ctr">
              <a:buNone/>
              <a:defRPr sz="1200" b="0" i="0">
                <a:solidFill>
                  <a:sysClr val="windowText" lastClr="000000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sz="1200">
                <a:latin typeface="Century Gothic" panose="020B0502020202020204" pitchFamily="34" charset="0"/>
              </a:rPr>
              <a:t> </a:t>
            </a:r>
          </a:p>
        </p:txBody>
      </p:sp>
      <p:sp>
        <p:nvSpPr>
          <p:cNvPr id="41" name="Espace réservé du texte 9">
            <a:extLst>
              <a:ext uri="{FF2B5EF4-FFF2-40B4-BE49-F238E27FC236}">
                <a16:creationId xmlns:a16="http://schemas.microsoft.com/office/drawing/2014/main" id="{B673C2D9-1517-25D7-7070-7FA129102E69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10165998" y="3754008"/>
            <a:ext cx="230400" cy="230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9050">
            <a:noFill/>
            <a:round/>
          </a:ln>
        </p:spPr>
        <p:txBody>
          <a:bodyPr anchor="ctr"/>
          <a:lstStyle>
            <a:lvl1pPr marL="0" indent="0" algn="ctr">
              <a:buNone/>
              <a:defRPr sz="1200" b="0" i="0">
                <a:solidFill>
                  <a:sysClr val="windowText" lastClr="000000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sz="1200">
                <a:latin typeface="Century Gothic" panose="020B0502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3469813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+ icônes + tex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6">
            <a:extLst>
              <a:ext uri="{FF2B5EF4-FFF2-40B4-BE49-F238E27FC236}">
                <a16:creationId xmlns:a16="http://schemas.microsoft.com/office/drawing/2014/main" id="{311B0C02-733B-D12E-A30E-6FC549A9093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2980" y="383058"/>
            <a:ext cx="5088133" cy="2470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1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/>
              <a:t>TITRE DE LA RUBRIQUE</a:t>
            </a:r>
          </a:p>
        </p:txBody>
      </p:sp>
      <p:sp>
        <p:nvSpPr>
          <p:cNvPr id="9" name="Espace réservé du texte 6">
            <a:extLst>
              <a:ext uri="{FF2B5EF4-FFF2-40B4-BE49-F238E27FC236}">
                <a16:creationId xmlns:a16="http://schemas.microsoft.com/office/drawing/2014/main" id="{7D5980D0-C0CC-EEC2-CFF3-7DD16C8707E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80277" y="5497220"/>
            <a:ext cx="2142305" cy="424494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ctr">
              <a:buNone/>
              <a:defRPr sz="1400" b="1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algn="ctr"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 sz="1400">
                <a:latin typeface="Century Gothic" panose="020B0502020202020204" pitchFamily="34" charset="0"/>
              </a:rPr>
              <a:t>Titre</a:t>
            </a:r>
            <a:endParaRPr lang="fr-FR">
              <a:latin typeface="Century Gothic" panose="020B0502020202020204" pitchFamily="34" charset="0"/>
            </a:endParaRPr>
          </a:p>
        </p:txBody>
      </p:sp>
      <p:sp>
        <p:nvSpPr>
          <p:cNvPr id="10" name="Espace réservé du texte 6">
            <a:extLst>
              <a:ext uri="{FF2B5EF4-FFF2-40B4-BE49-F238E27FC236}">
                <a16:creationId xmlns:a16="http://schemas.microsoft.com/office/drawing/2014/main" id="{300B0E14-55D7-8511-613D-ABEC26CA2DF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54577" y="5494526"/>
            <a:ext cx="2142305" cy="424494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ctr">
              <a:buNone/>
              <a:defRPr sz="1400" b="1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algn="ctr"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 sz="1400">
                <a:latin typeface="Century Gothic" panose="020B0502020202020204" pitchFamily="34" charset="0"/>
              </a:rPr>
              <a:t>Titre</a:t>
            </a:r>
            <a:endParaRPr lang="fr-FR">
              <a:latin typeface="Century Gothic" panose="020B0502020202020204" pitchFamily="34" charset="0"/>
            </a:endParaRPr>
          </a:p>
        </p:txBody>
      </p:sp>
      <p:sp>
        <p:nvSpPr>
          <p:cNvPr id="11" name="Espace réservé du texte 6">
            <a:extLst>
              <a:ext uri="{FF2B5EF4-FFF2-40B4-BE49-F238E27FC236}">
                <a16:creationId xmlns:a16="http://schemas.microsoft.com/office/drawing/2014/main" id="{6EA291FD-00D2-7EBB-1347-E269F0D3E74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431099" y="5494526"/>
            <a:ext cx="2142305" cy="424494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ctr">
              <a:buNone/>
              <a:defRPr sz="1400" b="1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algn="ctr"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 sz="1400">
                <a:latin typeface="Century Gothic" panose="020B0502020202020204" pitchFamily="34" charset="0"/>
              </a:rPr>
              <a:t>Titre</a:t>
            </a:r>
            <a:endParaRPr lang="fr-FR">
              <a:latin typeface="Century Gothic" panose="020B0502020202020204" pitchFamily="34" charset="0"/>
            </a:endParaRPr>
          </a:p>
        </p:txBody>
      </p:sp>
      <p:sp>
        <p:nvSpPr>
          <p:cNvPr id="12" name="Espace réservé du texte 6">
            <a:extLst>
              <a:ext uri="{FF2B5EF4-FFF2-40B4-BE49-F238E27FC236}">
                <a16:creationId xmlns:a16="http://schemas.microsoft.com/office/drawing/2014/main" id="{C2A4F37B-7078-15E6-66CF-5BE77BC06C5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207621" y="5494526"/>
            <a:ext cx="2142305" cy="424494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ctr">
              <a:buNone/>
              <a:defRPr sz="1400" b="1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algn="ctr"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 sz="1400">
                <a:latin typeface="Century Gothic" panose="020B0502020202020204" pitchFamily="34" charset="0"/>
              </a:rPr>
              <a:t>Titre</a:t>
            </a:r>
            <a:endParaRPr lang="fr-FR">
              <a:latin typeface="Century Gothic" panose="020B0502020202020204" pitchFamily="34" charset="0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981908E-BCAF-EC89-2F62-5303684D96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9874" y="936286"/>
            <a:ext cx="7029419" cy="1127738"/>
          </a:xfrm>
          <a:prstGeom prst="rect">
            <a:avLst/>
          </a:prstGeom>
        </p:spPr>
        <p:txBody>
          <a:bodyPr anchor="t">
            <a:noAutofit/>
          </a:bodyPr>
          <a:lstStyle/>
          <a:p>
            <a:r>
              <a:rPr lang="fr-FR"/>
              <a:t>Titre de la slide</a:t>
            </a:r>
          </a:p>
        </p:txBody>
      </p:sp>
      <p:sp>
        <p:nvSpPr>
          <p:cNvPr id="27" name="Espace réservé du texte 17">
            <a:extLst>
              <a:ext uri="{FF2B5EF4-FFF2-40B4-BE49-F238E27FC236}">
                <a16:creationId xmlns:a16="http://schemas.microsoft.com/office/drawing/2014/main" id="{B5C3B685-D4C6-3FCE-42EE-E42A6715AB1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2326552" y="2064025"/>
            <a:ext cx="7875690" cy="1444986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>
                <a:latin typeface="+mn-lt"/>
              </a:rPr>
              <a:t>  ,   . Duis nec  ,   ,   , pulvinar   ,   ante.  ,  at  , id    et .  in    et    ;  a  at  </a:t>
            </a:r>
            <a:r>
              <a:rPr lang="fr-FR" err="1">
                <a:latin typeface="+mn-lt"/>
              </a:rPr>
              <a:t>consequat</a:t>
            </a:r>
            <a:r>
              <a:rPr lang="fr-FR">
                <a:latin typeface="+mn-lt"/>
              </a:rPr>
              <a:t>   vitae   libero, at   </a:t>
            </a:r>
            <a:r>
              <a:rPr lang="fr-FR" err="1">
                <a:latin typeface="+mn-lt"/>
              </a:rPr>
              <a:t>consequat</a:t>
            </a:r>
            <a:r>
              <a:rPr lang="fr-FR">
                <a:latin typeface="+mn-lt"/>
              </a:rPr>
              <a:t>  et mi , porta .  non      ,   . Nam at magna id est     ,  a  ,  libero </a:t>
            </a:r>
            <a:endParaRPr lang="fr-FR"/>
          </a:p>
        </p:txBody>
      </p:sp>
      <p:sp>
        <p:nvSpPr>
          <p:cNvPr id="37" name="Espace réservé du texte 6">
            <a:extLst>
              <a:ext uri="{FF2B5EF4-FFF2-40B4-BE49-F238E27FC236}">
                <a16:creationId xmlns:a16="http://schemas.microsoft.com/office/drawing/2014/main" id="{4BCBD275-CC32-8047-B82A-D5847B351729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-228" y="5103530"/>
            <a:ext cx="12192000" cy="83092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 sz="1200">
                <a:latin typeface="+mn-lt"/>
                <a:ea typeface="Poppins Regular"/>
                <a:cs typeface="Poppins Regular"/>
                <a:sym typeface="Poppins Regular"/>
              </a:rPr>
              <a:t> </a:t>
            </a:r>
          </a:p>
        </p:txBody>
      </p:sp>
      <p:sp>
        <p:nvSpPr>
          <p:cNvPr id="38" name="Espace réservé du texte 9">
            <a:extLst>
              <a:ext uri="{FF2B5EF4-FFF2-40B4-BE49-F238E27FC236}">
                <a16:creationId xmlns:a16="http://schemas.microsoft.com/office/drawing/2014/main" id="{B37ECF8F-5F7C-8498-9F6B-5BB6E7BA451C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1524753" y="4081722"/>
            <a:ext cx="842347" cy="84147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9050">
            <a:noFill/>
            <a:round/>
          </a:ln>
        </p:spPr>
        <p:txBody>
          <a:bodyPr anchor="ctr"/>
          <a:lstStyle>
            <a:lvl1pPr marL="0" indent="0" algn="ctr">
              <a:buNone/>
              <a:defRPr sz="1200" b="0" i="0">
                <a:solidFill>
                  <a:sysClr val="windowText" lastClr="000000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sz="1200">
                <a:latin typeface="Century Gothic" panose="020B0502020202020204" pitchFamily="34" charset="0"/>
              </a:rPr>
              <a:t> </a:t>
            </a:r>
          </a:p>
        </p:txBody>
      </p:sp>
      <p:sp>
        <p:nvSpPr>
          <p:cNvPr id="39" name="Espace réservé du texte 9">
            <a:extLst>
              <a:ext uri="{FF2B5EF4-FFF2-40B4-BE49-F238E27FC236}">
                <a16:creationId xmlns:a16="http://schemas.microsoft.com/office/drawing/2014/main" id="{C2BA806F-F23D-5287-0AF3-1ED567ACD7B6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1839113" y="5032492"/>
            <a:ext cx="230400" cy="230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9050">
            <a:noFill/>
            <a:round/>
          </a:ln>
        </p:spPr>
        <p:txBody>
          <a:bodyPr anchor="ctr"/>
          <a:lstStyle>
            <a:lvl1pPr marL="0" indent="0" algn="ctr">
              <a:buNone/>
              <a:defRPr sz="1200" b="0" i="0">
                <a:solidFill>
                  <a:sysClr val="windowText" lastClr="000000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sz="1200">
                <a:latin typeface="Century Gothic" panose="020B0502020202020204" pitchFamily="34" charset="0"/>
              </a:rPr>
              <a:t> </a:t>
            </a:r>
          </a:p>
        </p:txBody>
      </p:sp>
      <p:sp>
        <p:nvSpPr>
          <p:cNvPr id="40" name="Espace réservé du texte 9">
            <a:extLst>
              <a:ext uri="{FF2B5EF4-FFF2-40B4-BE49-F238E27FC236}">
                <a16:creationId xmlns:a16="http://schemas.microsoft.com/office/drawing/2014/main" id="{2C7025A4-BFB4-4B2A-276A-836F1FC6A1D0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4300305" y="4081722"/>
            <a:ext cx="842347" cy="84147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9050">
            <a:noFill/>
            <a:round/>
          </a:ln>
        </p:spPr>
        <p:txBody>
          <a:bodyPr anchor="ctr"/>
          <a:lstStyle>
            <a:lvl1pPr marL="0" indent="0" algn="ctr">
              <a:buNone/>
              <a:defRPr sz="1200" b="0" i="0">
                <a:solidFill>
                  <a:sysClr val="windowText" lastClr="000000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sz="1200">
                <a:latin typeface="Century Gothic" panose="020B0502020202020204" pitchFamily="34" charset="0"/>
              </a:rPr>
              <a:t> </a:t>
            </a:r>
          </a:p>
        </p:txBody>
      </p:sp>
      <p:sp>
        <p:nvSpPr>
          <p:cNvPr id="41" name="Espace réservé du texte 9">
            <a:extLst>
              <a:ext uri="{FF2B5EF4-FFF2-40B4-BE49-F238E27FC236}">
                <a16:creationId xmlns:a16="http://schemas.microsoft.com/office/drawing/2014/main" id="{9F1047DE-59F5-52A1-A8E9-B9D5F720E286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4614665" y="5032492"/>
            <a:ext cx="230400" cy="230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9050">
            <a:noFill/>
            <a:round/>
          </a:ln>
        </p:spPr>
        <p:txBody>
          <a:bodyPr anchor="ctr"/>
          <a:lstStyle>
            <a:lvl1pPr marL="0" indent="0" algn="ctr">
              <a:buNone/>
              <a:defRPr sz="1200" b="0" i="0">
                <a:solidFill>
                  <a:sysClr val="windowText" lastClr="000000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sz="1200">
                <a:latin typeface="Century Gothic" panose="020B0502020202020204" pitchFamily="34" charset="0"/>
              </a:rPr>
              <a:t> </a:t>
            </a:r>
          </a:p>
        </p:txBody>
      </p:sp>
      <p:sp>
        <p:nvSpPr>
          <p:cNvPr id="42" name="Espace réservé du texte 9">
            <a:extLst>
              <a:ext uri="{FF2B5EF4-FFF2-40B4-BE49-F238E27FC236}">
                <a16:creationId xmlns:a16="http://schemas.microsoft.com/office/drawing/2014/main" id="{36956D3F-F218-DC51-55F3-337098360AB0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>
          <a:xfrm>
            <a:off x="7075857" y="4081722"/>
            <a:ext cx="842347" cy="84147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9050">
            <a:noFill/>
            <a:round/>
          </a:ln>
        </p:spPr>
        <p:txBody>
          <a:bodyPr anchor="ctr"/>
          <a:lstStyle>
            <a:lvl1pPr marL="0" indent="0" algn="ctr">
              <a:buNone/>
              <a:defRPr sz="1200" b="0" i="0">
                <a:solidFill>
                  <a:sysClr val="windowText" lastClr="000000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sz="1200">
                <a:latin typeface="Century Gothic" panose="020B0502020202020204" pitchFamily="34" charset="0"/>
              </a:rPr>
              <a:t> </a:t>
            </a:r>
          </a:p>
        </p:txBody>
      </p:sp>
      <p:sp>
        <p:nvSpPr>
          <p:cNvPr id="43" name="Espace réservé du texte 9">
            <a:extLst>
              <a:ext uri="{FF2B5EF4-FFF2-40B4-BE49-F238E27FC236}">
                <a16:creationId xmlns:a16="http://schemas.microsoft.com/office/drawing/2014/main" id="{45C04AEF-3DC8-5F4F-099B-68162A2CDA57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7390217" y="5032492"/>
            <a:ext cx="230400" cy="230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9050">
            <a:noFill/>
            <a:round/>
          </a:ln>
        </p:spPr>
        <p:txBody>
          <a:bodyPr anchor="ctr"/>
          <a:lstStyle>
            <a:lvl1pPr marL="0" indent="0" algn="ctr">
              <a:buNone/>
              <a:defRPr sz="1200" b="0" i="0">
                <a:solidFill>
                  <a:sysClr val="windowText" lastClr="000000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sz="1200">
                <a:latin typeface="Century Gothic" panose="020B0502020202020204" pitchFamily="34" charset="0"/>
              </a:rPr>
              <a:t> </a:t>
            </a:r>
          </a:p>
        </p:txBody>
      </p:sp>
      <p:sp>
        <p:nvSpPr>
          <p:cNvPr id="44" name="Espace réservé du texte 9">
            <a:extLst>
              <a:ext uri="{FF2B5EF4-FFF2-40B4-BE49-F238E27FC236}">
                <a16:creationId xmlns:a16="http://schemas.microsoft.com/office/drawing/2014/main" id="{B4786013-6954-9514-39A0-009AA8958D4E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851410" y="4081722"/>
            <a:ext cx="842347" cy="84147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9050">
            <a:noFill/>
            <a:round/>
          </a:ln>
        </p:spPr>
        <p:txBody>
          <a:bodyPr anchor="ctr"/>
          <a:lstStyle>
            <a:lvl1pPr marL="0" indent="0" algn="ctr">
              <a:buNone/>
              <a:defRPr sz="1200" b="0" i="0">
                <a:solidFill>
                  <a:sysClr val="windowText" lastClr="000000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sz="1200">
                <a:latin typeface="Century Gothic" panose="020B0502020202020204" pitchFamily="34" charset="0"/>
              </a:rPr>
              <a:t> </a:t>
            </a:r>
          </a:p>
        </p:txBody>
      </p:sp>
      <p:sp>
        <p:nvSpPr>
          <p:cNvPr id="45" name="Espace réservé du texte 9">
            <a:extLst>
              <a:ext uri="{FF2B5EF4-FFF2-40B4-BE49-F238E27FC236}">
                <a16:creationId xmlns:a16="http://schemas.microsoft.com/office/drawing/2014/main" id="{AE5A861B-02C1-84D3-83D3-93C4587618F3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10165770" y="5032492"/>
            <a:ext cx="230400" cy="230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9050">
            <a:noFill/>
            <a:round/>
          </a:ln>
        </p:spPr>
        <p:txBody>
          <a:bodyPr anchor="ctr"/>
          <a:lstStyle>
            <a:lvl1pPr marL="0" indent="0" algn="ctr">
              <a:buNone/>
              <a:defRPr sz="1200" b="0" i="0">
                <a:solidFill>
                  <a:sysClr val="windowText" lastClr="000000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sz="1200">
                <a:latin typeface="Century Gothic" panose="020B0502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0024961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emin +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Espace réservé pour une image  67">
            <a:extLst>
              <a:ext uri="{FF2B5EF4-FFF2-40B4-BE49-F238E27FC236}">
                <a16:creationId xmlns:a16="http://schemas.microsoft.com/office/drawing/2014/main" id="{BEFCF7AB-1DCB-E6B7-1D3E-8CE2A5BA2783}"/>
              </a:ext>
            </a:extLst>
          </p:cNvPr>
          <p:cNvSpPr>
            <a:spLocks noGrp="1"/>
          </p:cNvSpPr>
          <p:nvPr>
            <p:ph type="pic" sz="quarter" idx="78" hasCustomPrompt="1"/>
          </p:nvPr>
        </p:nvSpPr>
        <p:spPr>
          <a:xfrm>
            <a:off x="3706103" y="3432"/>
            <a:ext cx="4773600" cy="6876000"/>
          </a:xfrm>
          <a:blipFill dpi="0"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40" name="Espace réservé du texte 6">
            <a:extLst>
              <a:ext uri="{FF2B5EF4-FFF2-40B4-BE49-F238E27FC236}">
                <a16:creationId xmlns:a16="http://schemas.microsoft.com/office/drawing/2014/main" id="{D90F9E03-E3B0-4B9A-CA4E-D8588CCE4B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2980" y="383058"/>
            <a:ext cx="5088133" cy="2470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1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/>
              <a:t>TITRE DE LA RUBRIQUE</a:t>
            </a:r>
          </a:p>
        </p:txBody>
      </p:sp>
      <p:sp>
        <p:nvSpPr>
          <p:cNvPr id="41" name="Titre 1">
            <a:extLst>
              <a:ext uri="{FF2B5EF4-FFF2-40B4-BE49-F238E27FC236}">
                <a16:creationId xmlns:a16="http://schemas.microsoft.com/office/drawing/2014/main" id="{A8B7CB00-8E39-DCA7-E666-15E86D7455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9875" y="936286"/>
            <a:ext cx="5044736" cy="1127738"/>
          </a:xfrm>
          <a:prstGeom prst="rect">
            <a:avLst/>
          </a:prstGeom>
        </p:spPr>
        <p:txBody>
          <a:bodyPr anchor="t">
            <a:noAutofit/>
          </a:bodyPr>
          <a:lstStyle/>
          <a:p>
            <a:r>
              <a:rPr lang="fr-FR"/>
              <a:t>Titre de la slide</a:t>
            </a:r>
          </a:p>
        </p:txBody>
      </p:sp>
      <p:sp>
        <p:nvSpPr>
          <p:cNvPr id="24" name="Espace réservé du texte 47">
            <a:extLst>
              <a:ext uri="{FF2B5EF4-FFF2-40B4-BE49-F238E27FC236}">
                <a16:creationId xmlns:a16="http://schemas.microsoft.com/office/drawing/2014/main" id="{10D66954-021E-D152-8E84-9613FF5692D4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91537" y="3264547"/>
            <a:ext cx="2736850" cy="208254"/>
          </a:xfrm>
        </p:spPr>
        <p:txBody>
          <a:bodyPr>
            <a:noAutofit/>
          </a:bodyPr>
          <a:lstStyle>
            <a:lvl1pPr marL="0" indent="0" algn="r">
              <a:buNone/>
              <a:defRPr sz="1200" b="1">
                <a:solidFill>
                  <a:schemeClr val="accent3"/>
                </a:solidFill>
              </a:defRPr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25" name="Espace réservé du texte 22">
            <a:extLst>
              <a:ext uri="{FF2B5EF4-FFF2-40B4-BE49-F238E27FC236}">
                <a16:creationId xmlns:a16="http://schemas.microsoft.com/office/drawing/2014/main" id="{93DD0732-BA04-8305-C865-6E6567C773BE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91537" y="3478778"/>
            <a:ext cx="2736850" cy="477627"/>
          </a:xfrm>
        </p:spPr>
        <p:txBody>
          <a:bodyPr/>
          <a:lstStyle>
            <a:lvl1pPr marL="0" indent="0" algn="r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sz="1200">
                <a:latin typeface="Century Gothic" panose="020B0502020202020204" pitchFamily="34" charset="0"/>
              </a:rPr>
              <a:t>  ,   .</a:t>
            </a:r>
          </a:p>
        </p:txBody>
      </p:sp>
      <p:sp>
        <p:nvSpPr>
          <p:cNvPr id="28" name="Espace réservé du texte 47">
            <a:extLst>
              <a:ext uri="{FF2B5EF4-FFF2-40B4-BE49-F238E27FC236}">
                <a16:creationId xmlns:a16="http://schemas.microsoft.com/office/drawing/2014/main" id="{6F20B4CC-D81A-7881-7263-FE6AC525B4AD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3622377" y="4512753"/>
            <a:ext cx="2736850" cy="208254"/>
          </a:xfrm>
        </p:spPr>
        <p:txBody>
          <a:bodyPr>
            <a:noAutofit/>
          </a:bodyPr>
          <a:lstStyle>
            <a:lvl1pPr marL="0" indent="0" algn="r">
              <a:buNone/>
              <a:defRPr sz="1200" b="1">
                <a:solidFill>
                  <a:schemeClr val="accent3"/>
                </a:solidFill>
              </a:defRPr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29" name="Espace réservé du texte 22">
            <a:extLst>
              <a:ext uri="{FF2B5EF4-FFF2-40B4-BE49-F238E27FC236}">
                <a16:creationId xmlns:a16="http://schemas.microsoft.com/office/drawing/2014/main" id="{3B1CD033-010D-F24E-97AA-8256244ECF0E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3622377" y="4730635"/>
            <a:ext cx="2736850" cy="477627"/>
          </a:xfrm>
        </p:spPr>
        <p:txBody>
          <a:bodyPr/>
          <a:lstStyle>
            <a:lvl1pPr marL="0" indent="0" algn="r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sz="1200">
                <a:latin typeface="Century Gothic" panose="020B0502020202020204" pitchFamily="34" charset="0"/>
              </a:rPr>
              <a:t> , , .</a:t>
            </a:r>
            <a:endParaRPr lang="fr-FR"/>
          </a:p>
        </p:txBody>
      </p:sp>
      <p:sp>
        <p:nvSpPr>
          <p:cNvPr id="32" name="Espace réservé du texte 21">
            <a:extLst>
              <a:ext uri="{FF2B5EF4-FFF2-40B4-BE49-F238E27FC236}">
                <a16:creationId xmlns:a16="http://schemas.microsoft.com/office/drawing/2014/main" id="{C6ED085C-9EE6-F78F-F432-F757AB1A8C9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-463036" y="5219291"/>
            <a:ext cx="4647410" cy="1199974"/>
          </a:xfrm>
          <a:prstGeom prst="roundRect">
            <a:avLst>
              <a:gd name="adj" fmla="val 13720"/>
            </a:avLst>
          </a:prstGeom>
          <a:solidFill>
            <a:schemeClr val="tx2"/>
          </a:solidFill>
          <a:ln w="19050">
            <a:noFill/>
          </a:ln>
        </p:spPr>
        <p:txBody>
          <a:bodyPr wrap="square" lIns="1116000" tIns="0" rIns="360000" bIns="0" anchor="ctr">
            <a:no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>
                <a:latin typeface="+mn-lt"/>
              </a:rPr>
              <a:t>  ,     ,   .</a:t>
            </a:r>
            <a:endParaRPr lang="fr-FR"/>
          </a:p>
        </p:txBody>
      </p:sp>
      <p:sp>
        <p:nvSpPr>
          <p:cNvPr id="47" name="Espace réservé du texte 17">
            <a:extLst>
              <a:ext uri="{FF2B5EF4-FFF2-40B4-BE49-F238E27FC236}">
                <a16:creationId xmlns:a16="http://schemas.microsoft.com/office/drawing/2014/main" id="{E4ECDAE8-ED67-099C-1D6F-BDC48C735427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6495878" y="457122"/>
            <a:ext cx="2736850" cy="476534"/>
          </a:xfr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>
                <a:latin typeface="+mn-lt"/>
              </a:rPr>
              <a:t>  ,   . </a:t>
            </a:r>
            <a:endParaRPr lang="fr-FR"/>
          </a:p>
        </p:txBody>
      </p:sp>
      <p:sp>
        <p:nvSpPr>
          <p:cNvPr id="48" name="Espace réservé du texte 47">
            <a:extLst>
              <a:ext uri="{FF2B5EF4-FFF2-40B4-BE49-F238E27FC236}">
                <a16:creationId xmlns:a16="http://schemas.microsoft.com/office/drawing/2014/main" id="{6E530D1E-7D15-AF18-5C59-AE7BCAD8D767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6495878" y="241798"/>
            <a:ext cx="2736850" cy="207864"/>
          </a:xfrm>
        </p:spPr>
        <p:txBody>
          <a:bodyPr>
            <a:noAutofit/>
          </a:bodyPr>
          <a:lstStyle>
            <a:lvl1pPr marL="0" indent="0">
              <a:buNone/>
              <a:defRPr sz="1200" b="1">
                <a:solidFill>
                  <a:schemeClr val="accent3"/>
                </a:solidFill>
              </a:defRPr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51" name="Espace réservé du texte 17">
            <a:extLst>
              <a:ext uri="{FF2B5EF4-FFF2-40B4-BE49-F238E27FC236}">
                <a16:creationId xmlns:a16="http://schemas.microsoft.com/office/drawing/2014/main" id="{DD87ACDF-B66A-4C67-EBE4-442927667CC9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8563613" y="1889774"/>
            <a:ext cx="2736850" cy="476534"/>
          </a:xfr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>
                <a:latin typeface="+mn-lt"/>
              </a:rPr>
              <a:t>  ,   . </a:t>
            </a:r>
            <a:endParaRPr lang="fr-FR"/>
          </a:p>
        </p:txBody>
      </p:sp>
      <p:sp>
        <p:nvSpPr>
          <p:cNvPr id="52" name="Espace réservé du texte 47">
            <a:extLst>
              <a:ext uri="{FF2B5EF4-FFF2-40B4-BE49-F238E27FC236}">
                <a16:creationId xmlns:a16="http://schemas.microsoft.com/office/drawing/2014/main" id="{893C8995-E629-008D-CDEC-78C9B27EC547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8563613" y="1674450"/>
            <a:ext cx="2736850" cy="207864"/>
          </a:xfrm>
        </p:spPr>
        <p:txBody>
          <a:bodyPr>
            <a:noAutofit/>
          </a:bodyPr>
          <a:lstStyle>
            <a:lvl1pPr marL="0" indent="0">
              <a:buNone/>
              <a:defRPr sz="1200" b="1">
                <a:solidFill>
                  <a:schemeClr val="accent3"/>
                </a:solidFill>
              </a:defRPr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55" name="Espace réservé du texte 17">
            <a:extLst>
              <a:ext uri="{FF2B5EF4-FFF2-40B4-BE49-F238E27FC236}">
                <a16:creationId xmlns:a16="http://schemas.microsoft.com/office/drawing/2014/main" id="{3637ADC2-CCD3-B356-57D5-7ABDFDE0F04A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6056139" y="3160938"/>
            <a:ext cx="2736850" cy="476534"/>
          </a:xfr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>
                <a:latin typeface="+mn-lt"/>
              </a:rPr>
              <a:t>  ,   . </a:t>
            </a:r>
            <a:endParaRPr lang="fr-FR"/>
          </a:p>
        </p:txBody>
      </p:sp>
      <p:sp>
        <p:nvSpPr>
          <p:cNvPr id="56" name="Espace réservé du texte 47">
            <a:extLst>
              <a:ext uri="{FF2B5EF4-FFF2-40B4-BE49-F238E27FC236}">
                <a16:creationId xmlns:a16="http://schemas.microsoft.com/office/drawing/2014/main" id="{22E3BAFD-2FCD-EA8A-AB56-CCE947379910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6056139" y="2945614"/>
            <a:ext cx="2736850" cy="207864"/>
          </a:xfrm>
        </p:spPr>
        <p:txBody>
          <a:bodyPr>
            <a:noAutofit/>
          </a:bodyPr>
          <a:lstStyle>
            <a:lvl1pPr marL="0" indent="0">
              <a:buNone/>
              <a:defRPr sz="1200" b="1">
                <a:solidFill>
                  <a:schemeClr val="accent3"/>
                </a:solidFill>
              </a:defRPr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59" name="Espace réservé du texte 17">
            <a:extLst>
              <a:ext uri="{FF2B5EF4-FFF2-40B4-BE49-F238E27FC236}">
                <a16:creationId xmlns:a16="http://schemas.microsoft.com/office/drawing/2014/main" id="{FE432AE6-B895-CA2E-AFE2-6ECEBC8171CA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8563613" y="4875597"/>
            <a:ext cx="2736850" cy="476534"/>
          </a:xfr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>
                <a:latin typeface="+mn-lt"/>
              </a:rPr>
              <a:t>  ,   . </a:t>
            </a:r>
            <a:endParaRPr lang="fr-FR"/>
          </a:p>
        </p:txBody>
      </p:sp>
      <p:sp>
        <p:nvSpPr>
          <p:cNvPr id="60" name="Espace réservé du texte 47">
            <a:extLst>
              <a:ext uri="{FF2B5EF4-FFF2-40B4-BE49-F238E27FC236}">
                <a16:creationId xmlns:a16="http://schemas.microsoft.com/office/drawing/2014/main" id="{6D9E4739-D334-1A5E-8F93-0850275A607F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8563613" y="4660273"/>
            <a:ext cx="2736850" cy="207864"/>
          </a:xfrm>
        </p:spPr>
        <p:txBody>
          <a:bodyPr>
            <a:noAutofit/>
          </a:bodyPr>
          <a:lstStyle>
            <a:lvl1pPr marL="0" indent="0">
              <a:buNone/>
              <a:defRPr sz="1200" b="1">
                <a:solidFill>
                  <a:schemeClr val="accent3"/>
                </a:solidFill>
              </a:defRPr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63" name="Espace réservé du texte 17">
            <a:extLst>
              <a:ext uri="{FF2B5EF4-FFF2-40B4-BE49-F238E27FC236}">
                <a16:creationId xmlns:a16="http://schemas.microsoft.com/office/drawing/2014/main" id="{9226E58F-0FF9-ADAF-3F5C-2BF99022A809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6495878" y="6312446"/>
            <a:ext cx="2736850" cy="476534"/>
          </a:xfr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>
                <a:latin typeface="+mn-lt"/>
              </a:rPr>
              <a:t>  ,   . </a:t>
            </a:r>
            <a:endParaRPr lang="fr-FR"/>
          </a:p>
        </p:txBody>
      </p:sp>
      <p:sp>
        <p:nvSpPr>
          <p:cNvPr id="64" name="Espace réservé du texte 47">
            <a:extLst>
              <a:ext uri="{FF2B5EF4-FFF2-40B4-BE49-F238E27FC236}">
                <a16:creationId xmlns:a16="http://schemas.microsoft.com/office/drawing/2014/main" id="{EA4E4116-69B0-9E94-349C-5E19775F835A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6495878" y="6097122"/>
            <a:ext cx="2736850" cy="207864"/>
          </a:xfrm>
        </p:spPr>
        <p:txBody>
          <a:bodyPr>
            <a:noAutofit/>
          </a:bodyPr>
          <a:lstStyle>
            <a:lvl1pPr marL="0" indent="0">
              <a:buNone/>
              <a:defRPr sz="1200" b="1">
                <a:solidFill>
                  <a:schemeClr val="accent3"/>
                </a:solidFill>
              </a:defRPr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85" name="Espace réservé pour une image  72">
            <a:extLst>
              <a:ext uri="{FF2B5EF4-FFF2-40B4-BE49-F238E27FC236}">
                <a16:creationId xmlns:a16="http://schemas.microsoft.com/office/drawing/2014/main" id="{A2E5973E-26B4-EBB7-6425-1C4EA29A5DC3}"/>
              </a:ext>
            </a:extLst>
          </p:cNvPr>
          <p:cNvSpPr>
            <a:spLocks noGrp="1"/>
          </p:cNvSpPr>
          <p:nvPr>
            <p:ph type="pic" sz="quarter" idx="79" hasCustomPrompt="1"/>
          </p:nvPr>
        </p:nvSpPr>
        <p:spPr>
          <a:xfrm>
            <a:off x="6050182" y="681349"/>
            <a:ext cx="288000" cy="288000"/>
          </a:xfrm>
          <a:blipFill dpi="0"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86" name="Espace réservé pour une image  72">
            <a:extLst>
              <a:ext uri="{FF2B5EF4-FFF2-40B4-BE49-F238E27FC236}">
                <a16:creationId xmlns:a16="http://schemas.microsoft.com/office/drawing/2014/main" id="{0A1D1817-E026-5B09-1A3D-4FFB7CF7566C}"/>
              </a:ext>
            </a:extLst>
          </p:cNvPr>
          <p:cNvSpPr>
            <a:spLocks noGrp="1"/>
          </p:cNvSpPr>
          <p:nvPr>
            <p:ph type="pic" sz="quarter" idx="80" hasCustomPrompt="1"/>
          </p:nvPr>
        </p:nvSpPr>
        <p:spPr>
          <a:xfrm>
            <a:off x="8153170" y="1822046"/>
            <a:ext cx="288000" cy="288000"/>
          </a:xfrm>
          <a:blipFill dpi="0"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87" name="Espace réservé pour une image  72">
            <a:extLst>
              <a:ext uri="{FF2B5EF4-FFF2-40B4-BE49-F238E27FC236}">
                <a16:creationId xmlns:a16="http://schemas.microsoft.com/office/drawing/2014/main" id="{68BD2598-A159-2941-F832-E9332BE76984}"/>
              </a:ext>
            </a:extLst>
          </p:cNvPr>
          <p:cNvSpPr>
            <a:spLocks noGrp="1"/>
          </p:cNvSpPr>
          <p:nvPr>
            <p:ph type="pic" sz="quarter" idx="81" hasCustomPrompt="1"/>
          </p:nvPr>
        </p:nvSpPr>
        <p:spPr>
          <a:xfrm>
            <a:off x="6050182" y="2578366"/>
            <a:ext cx="288000" cy="288000"/>
          </a:xfrm>
          <a:blipFill dpi="0"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88" name="Espace réservé pour une image  72">
            <a:extLst>
              <a:ext uri="{FF2B5EF4-FFF2-40B4-BE49-F238E27FC236}">
                <a16:creationId xmlns:a16="http://schemas.microsoft.com/office/drawing/2014/main" id="{FAAA1E2A-32D3-D5A3-BF0D-C8DC8377BCB9}"/>
              </a:ext>
            </a:extLst>
          </p:cNvPr>
          <p:cNvSpPr>
            <a:spLocks noGrp="1"/>
          </p:cNvSpPr>
          <p:nvPr>
            <p:ph type="pic" sz="quarter" idx="82" hasCustomPrompt="1"/>
          </p:nvPr>
        </p:nvSpPr>
        <p:spPr>
          <a:xfrm>
            <a:off x="6050182" y="4105422"/>
            <a:ext cx="288000" cy="288000"/>
          </a:xfrm>
          <a:blipFill dpi="0"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89" name="Espace réservé pour une image  72">
            <a:extLst>
              <a:ext uri="{FF2B5EF4-FFF2-40B4-BE49-F238E27FC236}">
                <a16:creationId xmlns:a16="http://schemas.microsoft.com/office/drawing/2014/main" id="{3545DA36-0198-6009-06B3-B30352FA73FC}"/>
              </a:ext>
            </a:extLst>
          </p:cNvPr>
          <p:cNvSpPr>
            <a:spLocks noGrp="1"/>
          </p:cNvSpPr>
          <p:nvPr>
            <p:ph type="pic" sz="quarter" idx="83" hasCustomPrompt="1"/>
          </p:nvPr>
        </p:nvSpPr>
        <p:spPr>
          <a:xfrm>
            <a:off x="6050182" y="6028590"/>
            <a:ext cx="288000" cy="288000"/>
          </a:xfrm>
          <a:blipFill dpi="0"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90" name="Espace réservé pour une image  72">
            <a:extLst>
              <a:ext uri="{FF2B5EF4-FFF2-40B4-BE49-F238E27FC236}">
                <a16:creationId xmlns:a16="http://schemas.microsoft.com/office/drawing/2014/main" id="{5C018684-F3BA-EAAE-C43F-F5857F242927}"/>
              </a:ext>
            </a:extLst>
          </p:cNvPr>
          <p:cNvSpPr>
            <a:spLocks noGrp="1"/>
          </p:cNvSpPr>
          <p:nvPr>
            <p:ph type="pic" sz="quarter" idx="84" hasCustomPrompt="1"/>
          </p:nvPr>
        </p:nvSpPr>
        <p:spPr>
          <a:xfrm>
            <a:off x="8153170" y="4835175"/>
            <a:ext cx="288000" cy="288000"/>
          </a:xfrm>
          <a:blipFill dpi="0"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91" name="Espace réservé pour une image  72">
            <a:extLst>
              <a:ext uri="{FF2B5EF4-FFF2-40B4-BE49-F238E27FC236}">
                <a16:creationId xmlns:a16="http://schemas.microsoft.com/office/drawing/2014/main" id="{1FB854DD-24C9-019E-133C-ACA8E897D156}"/>
              </a:ext>
            </a:extLst>
          </p:cNvPr>
          <p:cNvSpPr>
            <a:spLocks noGrp="1"/>
          </p:cNvSpPr>
          <p:nvPr>
            <p:ph type="pic" sz="quarter" idx="85" hasCustomPrompt="1"/>
          </p:nvPr>
        </p:nvSpPr>
        <p:spPr>
          <a:xfrm>
            <a:off x="3752992" y="3340916"/>
            <a:ext cx="288000" cy="288000"/>
          </a:xfrm>
          <a:blipFill dpi="0"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1101555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+ tex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D1C1E312-6719-D601-F762-A6733DCCE76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71288" y="2965697"/>
            <a:ext cx="2308140" cy="2196056"/>
          </a:xfrm>
          <a:prstGeom prst="ellipse">
            <a:avLst/>
          </a:prstGeom>
          <a:solidFill>
            <a:srgbClr val="5853FF"/>
          </a:solidFill>
          <a:ln>
            <a:solidFill>
              <a:schemeClr val="bg1"/>
            </a:solidFill>
          </a:ln>
        </p:spPr>
        <p:txBody>
          <a:bodyPr lIns="144000" tIns="0" rIns="108000" anchor="ctr" anchorCtr="0"/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br>
              <a:rPr lang="fr-FR"/>
            </a:br>
            <a:r>
              <a:rPr lang="fr-FR" err="1"/>
              <a:t>ipsulm</a:t>
            </a:r>
            <a:r>
              <a:rPr lang="fr-FR"/>
              <a:t> </a:t>
            </a:r>
          </a:p>
        </p:txBody>
      </p:sp>
      <p:sp>
        <p:nvSpPr>
          <p:cNvPr id="22" name="Espace réservé du texte 21">
            <a:extLst>
              <a:ext uri="{FF2B5EF4-FFF2-40B4-BE49-F238E27FC236}">
                <a16:creationId xmlns:a16="http://schemas.microsoft.com/office/drawing/2014/main" id="{D8C1D7DB-C1D7-DD08-3DDD-AD0EBE01CE85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2065581" y="3480289"/>
            <a:ext cx="712787" cy="285750"/>
          </a:xfrm>
        </p:spPr>
        <p:txBody>
          <a:bodyPr anchor="ctr" anchorCtr="0"/>
          <a:lstStyle>
            <a:lvl1pPr marL="0" indent="0" algn="r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2000</a:t>
            </a:r>
          </a:p>
        </p:txBody>
      </p:sp>
      <p:sp>
        <p:nvSpPr>
          <p:cNvPr id="23" name="Espace réservé du texte 19">
            <a:extLst>
              <a:ext uri="{FF2B5EF4-FFF2-40B4-BE49-F238E27FC236}">
                <a16:creationId xmlns:a16="http://schemas.microsoft.com/office/drawing/2014/main" id="{D4443803-941F-BFF5-6910-B8F09FA006B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864992" y="2965697"/>
            <a:ext cx="2308140" cy="2196056"/>
          </a:xfrm>
          <a:prstGeom prst="ellipse">
            <a:avLst/>
          </a:prstGeom>
          <a:solidFill>
            <a:srgbClr val="5853FF"/>
          </a:solidFill>
        </p:spPr>
        <p:txBody>
          <a:bodyPr lIns="144000" tIns="0" rIns="108000" anchor="ctr" anchorCtr="0"/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br>
              <a:rPr lang="fr-FR"/>
            </a:br>
            <a:r>
              <a:rPr lang="fr-FR" err="1"/>
              <a:t>ipsulm</a:t>
            </a:r>
            <a:r>
              <a:rPr lang="fr-FR"/>
              <a:t> </a:t>
            </a:r>
          </a:p>
        </p:txBody>
      </p:sp>
      <p:sp>
        <p:nvSpPr>
          <p:cNvPr id="24" name="Espace réservé du texte 21">
            <a:extLst>
              <a:ext uri="{FF2B5EF4-FFF2-40B4-BE49-F238E27FC236}">
                <a16:creationId xmlns:a16="http://schemas.microsoft.com/office/drawing/2014/main" id="{00454152-0BEB-F6BD-C133-79A65EDF4D7F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102199" y="3480289"/>
            <a:ext cx="712787" cy="285750"/>
          </a:xfrm>
        </p:spPr>
        <p:txBody>
          <a:bodyPr anchor="ctr" anchorCtr="0"/>
          <a:lstStyle>
            <a:lvl1pPr marL="0" indent="0" algn="r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2000</a:t>
            </a:r>
          </a:p>
        </p:txBody>
      </p:sp>
      <p:sp>
        <p:nvSpPr>
          <p:cNvPr id="25" name="Espace réservé du texte 19">
            <a:extLst>
              <a:ext uri="{FF2B5EF4-FFF2-40B4-BE49-F238E27FC236}">
                <a16:creationId xmlns:a16="http://schemas.microsoft.com/office/drawing/2014/main" id="{AB7ECBF2-4AF4-92E3-BF02-139326C4B66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958696" y="2965697"/>
            <a:ext cx="2308140" cy="2196056"/>
          </a:xfrm>
          <a:prstGeom prst="ellipse">
            <a:avLst/>
          </a:prstGeom>
          <a:solidFill>
            <a:srgbClr val="5853FF"/>
          </a:solidFill>
        </p:spPr>
        <p:txBody>
          <a:bodyPr lIns="144000" tIns="0" rIns="108000" anchor="ctr" anchorCtr="0"/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br>
              <a:rPr lang="fr-FR"/>
            </a:br>
            <a:r>
              <a:rPr lang="fr-FR" err="1"/>
              <a:t>ipsulm</a:t>
            </a:r>
            <a:r>
              <a:rPr lang="fr-FR"/>
              <a:t> </a:t>
            </a:r>
          </a:p>
        </p:txBody>
      </p:sp>
      <p:sp>
        <p:nvSpPr>
          <p:cNvPr id="26" name="Espace réservé du texte 21">
            <a:extLst>
              <a:ext uri="{FF2B5EF4-FFF2-40B4-BE49-F238E27FC236}">
                <a16:creationId xmlns:a16="http://schemas.microsoft.com/office/drawing/2014/main" id="{EA8A32A6-7C99-C4C9-B61E-229373FB3D7B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6197006" y="3480289"/>
            <a:ext cx="712787" cy="285750"/>
          </a:xfrm>
        </p:spPr>
        <p:txBody>
          <a:bodyPr anchor="ctr" anchorCtr="0"/>
          <a:lstStyle>
            <a:lvl1pPr marL="0" indent="0" algn="r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2000</a:t>
            </a:r>
          </a:p>
        </p:txBody>
      </p:sp>
      <p:sp>
        <p:nvSpPr>
          <p:cNvPr id="27" name="Espace réservé du texte 19">
            <a:extLst>
              <a:ext uri="{FF2B5EF4-FFF2-40B4-BE49-F238E27FC236}">
                <a16:creationId xmlns:a16="http://schemas.microsoft.com/office/drawing/2014/main" id="{CB351BE9-57A3-F296-7DD1-95EBB1A6487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052400" y="2965697"/>
            <a:ext cx="2308140" cy="2196056"/>
          </a:xfrm>
          <a:prstGeom prst="ellipse">
            <a:avLst/>
          </a:prstGeom>
          <a:solidFill>
            <a:srgbClr val="5853FF"/>
          </a:solidFill>
        </p:spPr>
        <p:txBody>
          <a:bodyPr lIns="144000" tIns="0" rIns="108000" anchor="ctr" anchorCtr="0"/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br>
              <a:rPr lang="fr-FR"/>
            </a:br>
            <a:r>
              <a:rPr lang="fr-FR" err="1"/>
              <a:t>ipsulm</a:t>
            </a:r>
            <a:r>
              <a:rPr lang="fr-FR"/>
              <a:t> </a:t>
            </a:r>
          </a:p>
        </p:txBody>
      </p:sp>
      <p:sp>
        <p:nvSpPr>
          <p:cNvPr id="28" name="Espace réservé du texte 21">
            <a:extLst>
              <a:ext uri="{FF2B5EF4-FFF2-40B4-BE49-F238E27FC236}">
                <a16:creationId xmlns:a16="http://schemas.microsoft.com/office/drawing/2014/main" id="{21266EDF-996D-B0C3-86D4-00898E666B23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8225312" y="3480289"/>
            <a:ext cx="712787" cy="285750"/>
          </a:xfrm>
        </p:spPr>
        <p:txBody>
          <a:bodyPr anchor="ctr" anchorCtr="0"/>
          <a:lstStyle>
            <a:lvl1pPr marL="0" indent="0" algn="r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2000</a:t>
            </a:r>
          </a:p>
        </p:txBody>
      </p:sp>
      <p:sp>
        <p:nvSpPr>
          <p:cNvPr id="29" name="Espace réservé du texte 19">
            <a:extLst>
              <a:ext uri="{FF2B5EF4-FFF2-40B4-BE49-F238E27FC236}">
                <a16:creationId xmlns:a16="http://schemas.microsoft.com/office/drawing/2014/main" id="{CAA87530-2434-1400-362A-45879A8A0C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46105" y="2965697"/>
            <a:ext cx="2308140" cy="2196056"/>
          </a:xfrm>
          <a:prstGeom prst="ellipse">
            <a:avLst/>
          </a:prstGeom>
          <a:solidFill>
            <a:srgbClr val="F52B9C"/>
          </a:solidFill>
        </p:spPr>
        <p:txBody>
          <a:bodyPr lIns="144000" tIns="0" rIns="108000" anchor="ctr" anchorCtr="0"/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br>
              <a:rPr lang="fr-FR"/>
            </a:br>
            <a:r>
              <a:rPr lang="fr-FR" err="1"/>
              <a:t>ipsulm</a:t>
            </a:r>
            <a:r>
              <a:rPr lang="fr-FR"/>
              <a:t> </a:t>
            </a:r>
          </a:p>
        </p:txBody>
      </p:sp>
      <p:sp>
        <p:nvSpPr>
          <p:cNvPr id="49" name="Espace réservé du texte 21">
            <a:extLst>
              <a:ext uri="{FF2B5EF4-FFF2-40B4-BE49-F238E27FC236}">
                <a16:creationId xmlns:a16="http://schemas.microsoft.com/office/drawing/2014/main" id="{B0286E6A-1347-D63E-FAF6-F091E4E270A2}"/>
              </a:ext>
            </a:extLst>
          </p:cNvPr>
          <p:cNvSpPr>
            <a:spLocks noGrp="1" noChangeAspect="1"/>
          </p:cNvSpPr>
          <p:nvPr>
            <p:ph type="body" sz="quarter" idx="38" hasCustomPrompt="1"/>
          </p:nvPr>
        </p:nvSpPr>
        <p:spPr>
          <a:xfrm>
            <a:off x="10286868" y="3480289"/>
            <a:ext cx="712787" cy="285750"/>
          </a:xfrm>
        </p:spPr>
        <p:txBody>
          <a:bodyPr anchor="ctr" anchorCtr="0"/>
          <a:lstStyle>
            <a:lvl1pPr marL="0" indent="0" algn="r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2000</a:t>
            </a:r>
          </a:p>
        </p:txBody>
      </p:sp>
      <p:sp>
        <p:nvSpPr>
          <p:cNvPr id="5" name="Espace réservé du texte 6">
            <a:extLst>
              <a:ext uri="{FF2B5EF4-FFF2-40B4-BE49-F238E27FC236}">
                <a16:creationId xmlns:a16="http://schemas.microsoft.com/office/drawing/2014/main" id="{88E383AE-B18C-2735-6669-5F9BF7768E9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2980" y="383058"/>
            <a:ext cx="5088133" cy="2470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1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/>
              <a:t>TITRE DE LA RUBRIQUE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94E3355-78C4-0074-E0E2-EE27711A8B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9874" y="936286"/>
            <a:ext cx="7029419" cy="1127738"/>
          </a:xfrm>
          <a:prstGeom prst="rect">
            <a:avLst/>
          </a:prstGeom>
        </p:spPr>
        <p:txBody>
          <a:bodyPr anchor="t">
            <a:noAutofit/>
          </a:bodyPr>
          <a:lstStyle/>
          <a:p>
            <a:r>
              <a:rPr lang="fr-FR"/>
              <a:t>Titre de la slide</a:t>
            </a:r>
          </a:p>
        </p:txBody>
      </p:sp>
      <p:sp>
        <p:nvSpPr>
          <p:cNvPr id="13" name="Espace réservé pour une image  8">
            <a:extLst>
              <a:ext uri="{FF2B5EF4-FFF2-40B4-BE49-F238E27FC236}">
                <a16:creationId xmlns:a16="http://schemas.microsoft.com/office/drawing/2014/main" id="{783A46E3-4653-5C13-9AC7-A67681BD6B88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2182812" y="2435004"/>
            <a:ext cx="1353600" cy="266400"/>
          </a:xfrm>
          <a:blipFill dpi="0"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14" name="Espace réservé pour une image  8">
            <a:extLst>
              <a:ext uri="{FF2B5EF4-FFF2-40B4-BE49-F238E27FC236}">
                <a16:creationId xmlns:a16="http://schemas.microsoft.com/office/drawing/2014/main" id="{305C7DA2-7E74-28E8-90F0-F4F75B196B7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4317610" y="2433951"/>
            <a:ext cx="1353600" cy="266400"/>
          </a:xfrm>
          <a:blipFill dpi="0"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15" name="Espace réservé pour une image  8">
            <a:extLst>
              <a:ext uri="{FF2B5EF4-FFF2-40B4-BE49-F238E27FC236}">
                <a16:creationId xmlns:a16="http://schemas.microsoft.com/office/drawing/2014/main" id="{7D66E31F-A271-A869-FDE1-B1F26BC88827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6432399" y="2433424"/>
            <a:ext cx="1353600" cy="266400"/>
          </a:xfrm>
          <a:blipFill dpi="0"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16" name="Espace réservé pour une image  8">
            <a:extLst>
              <a:ext uri="{FF2B5EF4-FFF2-40B4-BE49-F238E27FC236}">
                <a16:creationId xmlns:a16="http://schemas.microsoft.com/office/drawing/2014/main" id="{B1F968C1-17CF-E306-2E48-A945CA0E78C7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8558283" y="2433161"/>
            <a:ext cx="1353600" cy="266400"/>
          </a:xfrm>
          <a:blipFill dpi="0"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4721562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ockup écr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Une image contenant cercle, capture d’écran, Caractère coloré&#10;&#10;Description générée automatiquement">
            <a:extLst>
              <a:ext uri="{FF2B5EF4-FFF2-40B4-BE49-F238E27FC236}">
                <a16:creationId xmlns:a16="http://schemas.microsoft.com/office/drawing/2014/main" id="{EF3838CD-15EC-C578-7052-E0DC3C26F98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3073" t="45913"/>
          <a:stretch/>
        </p:blipFill>
        <p:spPr>
          <a:xfrm>
            <a:off x="-7141" y="-1"/>
            <a:ext cx="5334652" cy="5068599"/>
          </a:xfrm>
          <a:prstGeom prst="rect">
            <a:avLst/>
          </a:prstGeom>
        </p:spPr>
      </p:pic>
      <p:pic>
        <p:nvPicPr>
          <p:cNvPr id="3" name="Image 2" descr="Une image contenant noir, capture d’écran, obscurité, noir et blanc&#10;&#10;Description générée automatiquement">
            <a:extLst>
              <a:ext uri="{FF2B5EF4-FFF2-40B4-BE49-F238E27FC236}">
                <a16:creationId xmlns:a16="http://schemas.microsoft.com/office/drawing/2014/main" id="{B2B4B906-34A3-B894-3FA4-62BACCEC79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719" t="16217" r="19936" b="7098"/>
          <a:stretch/>
        </p:blipFill>
        <p:spPr>
          <a:xfrm>
            <a:off x="691115" y="1700708"/>
            <a:ext cx="5334651" cy="4518000"/>
          </a:xfrm>
          <a:prstGeom prst="rect">
            <a:avLst/>
          </a:prstGeom>
        </p:spPr>
      </p:pic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E5FDD005-72B6-0D49-4240-A4D24F723103}"/>
              </a:ext>
            </a:extLst>
          </p:cNvPr>
          <p:cNvSpPr>
            <a:spLocks noGrp="1"/>
          </p:cNvSpPr>
          <p:nvPr>
            <p:ph type="pic" sz="half" idx="21" hasCustomPrompt="1"/>
          </p:nvPr>
        </p:nvSpPr>
        <p:spPr>
          <a:xfrm>
            <a:off x="871990" y="1871736"/>
            <a:ext cx="4988286" cy="2795151"/>
          </a:xfrm>
          <a:prstGeom prst="roundRect">
            <a:avLst>
              <a:gd name="adj" fmla="val 1359"/>
            </a:avLst>
          </a:prstGeom>
        </p:spPr>
        <p:txBody>
          <a:bodyPr lIns="91439" rIns="91439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 </a:t>
            </a:r>
            <a:endParaRPr/>
          </a:p>
        </p:txBody>
      </p:sp>
      <p:sp>
        <p:nvSpPr>
          <p:cNvPr id="11" name="Espace réservé du texte 6">
            <a:extLst>
              <a:ext uri="{FF2B5EF4-FFF2-40B4-BE49-F238E27FC236}">
                <a16:creationId xmlns:a16="http://schemas.microsoft.com/office/drawing/2014/main" id="{510C7D04-9870-6797-6900-388BBD80DFF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60276" y="383058"/>
            <a:ext cx="5088133" cy="2470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1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/>
              <a:t>TITRE DE LA RUBRIQUE</a:t>
            </a:r>
          </a:p>
        </p:txBody>
      </p:sp>
      <p:sp>
        <p:nvSpPr>
          <p:cNvPr id="13" name="Espace réservé du texte 6">
            <a:extLst>
              <a:ext uri="{FF2B5EF4-FFF2-40B4-BE49-F238E27FC236}">
                <a16:creationId xmlns:a16="http://schemas.microsoft.com/office/drawing/2014/main" id="{329C9BCD-5C21-13D8-16E1-63BFC9C0232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106856" y="2536180"/>
            <a:ext cx="1851918" cy="3005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rgbClr val="5853FF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14" name="Espace réservé du texte 6">
            <a:extLst>
              <a:ext uri="{FF2B5EF4-FFF2-40B4-BE49-F238E27FC236}">
                <a16:creationId xmlns:a16="http://schemas.microsoft.com/office/drawing/2014/main" id="{69939F63-29B0-E9D5-C104-3F3493118EE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570207" y="2536180"/>
            <a:ext cx="1851918" cy="3005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rgbClr val="F42C9C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15" name="Espace réservé du texte 6">
            <a:extLst>
              <a:ext uri="{FF2B5EF4-FFF2-40B4-BE49-F238E27FC236}">
                <a16:creationId xmlns:a16="http://schemas.microsoft.com/office/drawing/2014/main" id="{9B33BB9E-A944-288E-5D6A-22B26BC8B99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691783" y="2507021"/>
            <a:ext cx="329716" cy="329715"/>
          </a:xfrm>
          <a:prstGeom prst="ellipse">
            <a:avLst/>
          </a:prstGeom>
          <a:solidFill>
            <a:srgbClr val="5853FF"/>
          </a:solidFill>
        </p:spPr>
        <p:txBody>
          <a:bodyPr lIns="0" tIns="0" rIns="0" bIns="0" anchor="ctr"/>
          <a:lstStyle>
            <a:lvl1pPr marL="0" indent="0" algn="ctr">
              <a:buNone/>
              <a:defRPr sz="1200" b="1" i="0" spc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/>
              <a:t>01</a:t>
            </a:r>
          </a:p>
        </p:txBody>
      </p:sp>
      <p:sp>
        <p:nvSpPr>
          <p:cNvPr id="16" name="Espace réservé du texte 6">
            <a:extLst>
              <a:ext uri="{FF2B5EF4-FFF2-40B4-BE49-F238E27FC236}">
                <a16:creationId xmlns:a16="http://schemas.microsoft.com/office/drawing/2014/main" id="{10F83CB8-D106-0EFE-AEDE-5661EF5233B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137036" y="2509142"/>
            <a:ext cx="329716" cy="329715"/>
          </a:xfrm>
          <a:prstGeom prst="ellipse">
            <a:avLst/>
          </a:prstGeom>
          <a:solidFill>
            <a:srgbClr val="F42C9C"/>
          </a:solidFill>
        </p:spPr>
        <p:txBody>
          <a:bodyPr lIns="0" tIns="0" rIns="0" bIns="0" anchor="ctr"/>
          <a:lstStyle>
            <a:lvl1pPr marL="0" indent="0" algn="ctr">
              <a:buNone/>
              <a:defRPr sz="1200" b="1" i="0" spc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/>
              <a:t>02</a:t>
            </a:r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BAD1722E-5FAF-A4C2-F911-6CA6DE197D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692899" y="3090831"/>
            <a:ext cx="2265875" cy="909638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</a:lstStyle>
          <a:p>
            <a:pPr lvl="0"/>
            <a:r>
              <a:rPr lang="fr-FR" err="1">
                <a:latin typeface="+mn-lt"/>
              </a:rPr>
              <a:t>trouim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freiuq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tabhe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kiuji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biulum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fruuntu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xera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diminetrium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vinci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cesariustrouim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freiuq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tabhe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kiuji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biulum</a:t>
            </a:r>
            <a:r>
              <a:rPr lang="fr-FR">
                <a:latin typeface="+mn-lt"/>
              </a:rPr>
              <a:t>.</a:t>
            </a:r>
            <a:endParaRPr lang="fr-FR"/>
          </a:p>
        </p:txBody>
      </p:sp>
      <p:sp>
        <p:nvSpPr>
          <p:cNvPr id="20" name="Espace réservé du texte 17">
            <a:extLst>
              <a:ext uri="{FF2B5EF4-FFF2-40B4-BE49-F238E27FC236}">
                <a16:creationId xmlns:a16="http://schemas.microsoft.com/office/drawing/2014/main" id="{DCBF696B-D33F-007D-BAD7-1D60CB0E880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156250" y="3090831"/>
            <a:ext cx="2265875" cy="909638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</a:lstStyle>
          <a:p>
            <a:pPr lvl="0"/>
            <a:r>
              <a:rPr lang="fr-FR" err="1">
                <a:latin typeface="+mn-lt"/>
              </a:rPr>
              <a:t>trouim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freiuq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tabhe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kiuji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biulum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fruuntu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xera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diminetrium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vinci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cesariustrouim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freiuq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tabhe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kiuji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biulum</a:t>
            </a:r>
            <a:r>
              <a:rPr lang="fr-FR">
                <a:latin typeface="+mn-lt"/>
              </a:rPr>
              <a:t>.</a:t>
            </a:r>
            <a:endParaRPr lang="fr-FR"/>
          </a:p>
        </p:txBody>
      </p:sp>
      <p:sp>
        <p:nvSpPr>
          <p:cNvPr id="21" name="Espace réservé du texte 17">
            <a:extLst>
              <a:ext uri="{FF2B5EF4-FFF2-40B4-BE49-F238E27FC236}">
                <a16:creationId xmlns:a16="http://schemas.microsoft.com/office/drawing/2014/main" id="{E9C975A8-47B9-E897-AA17-2465D249D2F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692899" y="4435740"/>
            <a:ext cx="4729226" cy="718677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err="1">
                <a:latin typeface="+mn-lt"/>
              </a:rPr>
              <a:t>trouim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freiuq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tabhe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kiuji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biulum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fruuntu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xera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diminetrium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vinci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cesarius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huto</a:t>
            </a:r>
            <a:r>
              <a:rPr lang="fr-FR">
                <a:latin typeface="+mn-lt"/>
              </a:rPr>
              <a:t> gravera brutus  </a:t>
            </a:r>
            <a:r>
              <a:rPr lang="fr-FR" err="1">
                <a:latin typeface="+mn-lt"/>
              </a:rPr>
              <a:t>quin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ot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numbia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fredistrouim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freiuq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tabhe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kiuji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biulum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fruuntu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xera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diminetrium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vinci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cesarius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huto</a:t>
            </a:r>
            <a:r>
              <a:rPr lang="fr-FR">
                <a:latin typeface="+mn-lt"/>
              </a:rPr>
              <a:t> gravera brutus.</a:t>
            </a:r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F4AA9AD-389F-0697-ED4A-F32F03C947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60277" y="936286"/>
            <a:ext cx="5044736" cy="1127738"/>
          </a:xfrm>
          <a:prstGeom prst="rect">
            <a:avLst/>
          </a:prstGeom>
        </p:spPr>
        <p:txBody>
          <a:bodyPr anchor="t">
            <a:noAutofit/>
          </a:bodyPr>
          <a:lstStyle/>
          <a:p>
            <a:r>
              <a:rPr lang="fr-FR"/>
              <a:t>Titre de la slide</a:t>
            </a:r>
          </a:p>
        </p:txBody>
      </p:sp>
    </p:spTree>
    <p:extLst>
      <p:ext uri="{BB962C8B-B14F-4D97-AF65-F5344CB8AC3E}">
        <p14:creationId xmlns:p14="http://schemas.microsoft.com/office/powerpoint/2010/main" val="313531748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ockup smartph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 descr="Une image contenant cercle, capture d’écran, Caractère coloré&#10;&#10;Description générée automatiquement">
            <a:extLst>
              <a:ext uri="{FF2B5EF4-FFF2-40B4-BE49-F238E27FC236}">
                <a16:creationId xmlns:a16="http://schemas.microsoft.com/office/drawing/2014/main" id="{95D708FC-EDBE-04C6-EA6F-427894C9FA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3073" t="45913"/>
          <a:stretch/>
        </p:blipFill>
        <p:spPr>
          <a:xfrm>
            <a:off x="-7141" y="-1"/>
            <a:ext cx="5334652" cy="5068599"/>
          </a:xfrm>
          <a:prstGeom prst="rect">
            <a:avLst/>
          </a:prstGeom>
        </p:spPr>
      </p:pic>
      <p:pic>
        <p:nvPicPr>
          <p:cNvPr id="5" name="Image 4" descr="Une image contenant Téléphone mobile, capture d’écran, gadget, Appareil de communications portable&#10;&#10;Description générée automatiquement">
            <a:extLst>
              <a:ext uri="{FF2B5EF4-FFF2-40B4-BE49-F238E27FC236}">
                <a16:creationId xmlns:a16="http://schemas.microsoft.com/office/drawing/2014/main" id="{9FECB2CB-E057-D636-53C0-A1DFFEF59FA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0839" y="523138"/>
            <a:ext cx="4184718" cy="6282000"/>
          </a:xfrm>
          <a:prstGeom prst="rect">
            <a:avLst/>
          </a:prstGeom>
        </p:spPr>
      </p:pic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FFBCFF9E-FDA1-B100-506A-B6A0572B7312}"/>
              </a:ext>
            </a:extLst>
          </p:cNvPr>
          <p:cNvSpPr>
            <a:spLocks noGrp="1"/>
          </p:cNvSpPr>
          <p:nvPr>
            <p:ph type="pic" sz="half" idx="21" hasCustomPrompt="1"/>
          </p:nvPr>
        </p:nvSpPr>
        <p:spPr>
          <a:xfrm>
            <a:off x="1999129" y="1214203"/>
            <a:ext cx="2250141" cy="4863868"/>
          </a:xfrm>
          <a:custGeom>
            <a:avLst/>
            <a:gdLst>
              <a:gd name="connsiteX0" fmla="*/ 0 w 2322095"/>
              <a:gd name="connsiteY0" fmla="*/ 284062 h 4938964"/>
              <a:gd name="connsiteX1" fmla="*/ 284062 w 2322095"/>
              <a:gd name="connsiteY1" fmla="*/ 0 h 4938964"/>
              <a:gd name="connsiteX2" fmla="*/ 2038033 w 2322095"/>
              <a:gd name="connsiteY2" fmla="*/ 0 h 4938964"/>
              <a:gd name="connsiteX3" fmla="*/ 2322095 w 2322095"/>
              <a:gd name="connsiteY3" fmla="*/ 284062 h 4938964"/>
              <a:gd name="connsiteX4" fmla="*/ 2322095 w 2322095"/>
              <a:gd name="connsiteY4" fmla="*/ 4654902 h 4938964"/>
              <a:gd name="connsiteX5" fmla="*/ 2038033 w 2322095"/>
              <a:gd name="connsiteY5" fmla="*/ 4938964 h 4938964"/>
              <a:gd name="connsiteX6" fmla="*/ 284062 w 2322095"/>
              <a:gd name="connsiteY6" fmla="*/ 4938964 h 4938964"/>
              <a:gd name="connsiteX7" fmla="*/ 0 w 2322095"/>
              <a:gd name="connsiteY7" fmla="*/ 4654902 h 4938964"/>
              <a:gd name="connsiteX8" fmla="*/ 0 w 2322095"/>
              <a:gd name="connsiteY8" fmla="*/ 284062 h 4938964"/>
              <a:gd name="connsiteX0" fmla="*/ 0 w 2322095"/>
              <a:gd name="connsiteY0" fmla="*/ 284062 h 4938964"/>
              <a:gd name="connsiteX1" fmla="*/ 280887 w 2322095"/>
              <a:gd name="connsiteY1" fmla="*/ 6350 h 4938964"/>
              <a:gd name="connsiteX2" fmla="*/ 2038033 w 2322095"/>
              <a:gd name="connsiteY2" fmla="*/ 0 h 4938964"/>
              <a:gd name="connsiteX3" fmla="*/ 2322095 w 2322095"/>
              <a:gd name="connsiteY3" fmla="*/ 284062 h 4938964"/>
              <a:gd name="connsiteX4" fmla="*/ 2322095 w 2322095"/>
              <a:gd name="connsiteY4" fmla="*/ 4654902 h 4938964"/>
              <a:gd name="connsiteX5" fmla="*/ 2038033 w 2322095"/>
              <a:gd name="connsiteY5" fmla="*/ 4938964 h 4938964"/>
              <a:gd name="connsiteX6" fmla="*/ 284062 w 2322095"/>
              <a:gd name="connsiteY6" fmla="*/ 4938964 h 4938964"/>
              <a:gd name="connsiteX7" fmla="*/ 0 w 2322095"/>
              <a:gd name="connsiteY7" fmla="*/ 4654902 h 4938964"/>
              <a:gd name="connsiteX8" fmla="*/ 0 w 2322095"/>
              <a:gd name="connsiteY8" fmla="*/ 284062 h 4938964"/>
              <a:gd name="connsiteX0" fmla="*/ 0 w 2322095"/>
              <a:gd name="connsiteY0" fmla="*/ 284062 h 4938964"/>
              <a:gd name="connsiteX1" fmla="*/ 280887 w 2322095"/>
              <a:gd name="connsiteY1" fmla="*/ 6350 h 4938964"/>
              <a:gd name="connsiteX2" fmla="*/ 564817 w 2322095"/>
              <a:gd name="connsiteY2" fmla="*/ 4771 h 4938964"/>
              <a:gd name="connsiteX3" fmla="*/ 2038033 w 2322095"/>
              <a:gd name="connsiteY3" fmla="*/ 0 h 4938964"/>
              <a:gd name="connsiteX4" fmla="*/ 2322095 w 2322095"/>
              <a:gd name="connsiteY4" fmla="*/ 284062 h 4938964"/>
              <a:gd name="connsiteX5" fmla="*/ 2322095 w 2322095"/>
              <a:gd name="connsiteY5" fmla="*/ 4654902 h 4938964"/>
              <a:gd name="connsiteX6" fmla="*/ 2038033 w 2322095"/>
              <a:gd name="connsiteY6" fmla="*/ 4938964 h 4938964"/>
              <a:gd name="connsiteX7" fmla="*/ 284062 w 2322095"/>
              <a:gd name="connsiteY7" fmla="*/ 4938964 h 4938964"/>
              <a:gd name="connsiteX8" fmla="*/ 0 w 2322095"/>
              <a:gd name="connsiteY8" fmla="*/ 4654902 h 4938964"/>
              <a:gd name="connsiteX9" fmla="*/ 0 w 2322095"/>
              <a:gd name="connsiteY9" fmla="*/ 284062 h 4938964"/>
              <a:gd name="connsiteX0" fmla="*/ 0 w 2322095"/>
              <a:gd name="connsiteY0" fmla="*/ 284062 h 4938964"/>
              <a:gd name="connsiteX1" fmla="*/ 280887 w 2322095"/>
              <a:gd name="connsiteY1" fmla="*/ 6350 h 4938964"/>
              <a:gd name="connsiteX2" fmla="*/ 564817 w 2322095"/>
              <a:gd name="connsiteY2" fmla="*/ 4771 h 4938964"/>
              <a:gd name="connsiteX3" fmla="*/ 750458 w 2322095"/>
              <a:gd name="connsiteY3" fmla="*/ 127795 h 4938964"/>
              <a:gd name="connsiteX4" fmla="*/ 2038033 w 2322095"/>
              <a:gd name="connsiteY4" fmla="*/ 0 h 4938964"/>
              <a:gd name="connsiteX5" fmla="*/ 2322095 w 2322095"/>
              <a:gd name="connsiteY5" fmla="*/ 284062 h 4938964"/>
              <a:gd name="connsiteX6" fmla="*/ 2322095 w 2322095"/>
              <a:gd name="connsiteY6" fmla="*/ 4654902 h 4938964"/>
              <a:gd name="connsiteX7" fmla="*/ 2038033 w 2322095"/>
              <a:gd name="connsiteY7" fmla="*/ 4938964 h 4938964"/>
              <a:gd name="connsiteX8" fmla="*/ 284062 w 2322095"/>
              <a:gd name="connsiteY8" fmla="*/ 4938964 h 4938964"/>
              <a:gd name="connsiteX9" fmla="*/ 0 w 2322095"/>
              <a:gd name="connsiteY9" fmla="*/ 4654902 h 4938964"/>
              <a:gd name="connsiteX10" fmla="*/ 0 w 2322095"/>
              <a:gd name="connsiteY10" fmla="*/ 284062 h 4938964"/>
              <a:gd name="connsiteX0" fmla="*/ 0 w 2322095"/>
              <a:gd name="connsiteY0" fmla="*/ 284062 h 4938964"/>
              <a:gd name="connsiteX1" fmla="*/ 280887 w 2322095"/>
              <a:gd name="connsiteY1" fmla="*/ 6350 h 4938964"/>
              <a:gd name="connsiteX2" fmla="*/ 564817 w 2322095"/>
              <a:gd name="connsiteY2" fmla="*/ 4771 h 4938964"/>
              <a:gd name="connsiteX3" fmla="*/ 750458 w 2322095"/>
              <a:gd name="connsiteY3" fmla="*/ 127795 h 4938964"/>
              <a:gd name="connsiteX4" fmla="*/ 1621126 w 2322095"/>
              <a:gd name="connsiteY4" fmla="*/ 171528 h 4938964"/>
              <a:gd name="connsiteX5" fmla="*/ 2038033 w 2322095"/>
              <a:gd name="connsiteY5" fmla="*/ 0 h 4938964"/>
              <a:gd name="connsiteX6" fmla="*/ 2322095 w 2322095"/>
              <a:gd name="connsiteY6" fmla="*/ 284062 h 4938964"/>
              <a:gd name="connsiteX7" fmla="*/ 2322095 w 2322095"/>
              <a:gd name="connsiteY7" fmla="*/ 4654902 h 4938964"/>
              <a:gd name="connsiteX8" fmla="*/ 2038033 w 2322095"/>
              <a:gd name="connsiteY8" fmla="*/ 4938964 h 4938964"/>
              <a:gd name="connsiteX9" fmla="*/ 284062 w 2322095"/>
              <a:gd name="connsiteY9" fmla="*/ 4938964 h 4938964"/>
              <a:gd name="connsiteX10" fmla="*/ 0 w 2322095"/>
              <a:gd name="connsiteY10" fmla="*/ 4654902 h 4938964"/>
              <a:gd name="connsiteX11" fmla="*/ 0 w 2322095"/>
              <a:gd name="connsiteY11" fmla="*/ 284062 h 4938964"/>
              <a:gd name="connsiteX0" fmla="*/ 0 w 2322095"/>
              <a:gd name="connsiteY0" fmla="*/ 284062 h 4938964"/>
              <a:gd name="connsiteX1" fmla="*/ 280887 w 2322095"/>
              <a:gd name="connsiteY1" fmla="*/ 6350 h 4938964"/>
              <a:gd name="connsiteX2" fmla="*/ 564817 w 2322095"/>
              <a:gd name="connsiteY2" fmla="*/ 4771 h 4938964"/>
              <a:gd name="connsiteX3" fmla="*/ 750458 w 2322095"/>
              <a:gd name="connsiteY3" fmla="*/ 127795 h 4938964"/>
              <a:gd name="connsiteX4" fmla="*/ 1621126 w 2322095"/>
              <a:gd name="connsiteY4" fmla="*/ 171528 h 4938964"/>
              <a:gd name="connsiteX5" fmla="*/ 1788103 w 2322095"/>
              <a:gd name="connsiteY5" fmla="*/ 12501 h 4938964"/>
              <a:gd name="connsiteX6" fmla="*/ 2038033 w 2322095"/>
              <a:gd name="connsiteY6" fmla="*/ 0 h 4938964"/>
              <a:gd name="connsiteX7" fmla="*/ 2322095 w 2322095"/>
              <a:gd name="connsiteY7" fmla="*/ 284062 h 4938964"/>
              <a:gd name="connsiteX8" fmla="*/ 2322095 w 2322095"/>
              <a:gd name="connsiteY8" fmla="*/ 4654902 h 4938964"/>
              <a:gd name="connsiteX9" fmla="*/ 2038033 w 2322095"/>
              <a:gd name="connsiteY9" fmla="*/ 4938964 h 4938964"/>
              <a:gd name="connsiteX10" fmla="*/ 284062 w 2322095"/>
              <a:gd name="connsiteY10" fmla="*/ 4938964 h 4938964"/>
              <a:gd name="connsiteX11" fmla="*/ 0 w 2322095"/>
              <a:gd name="connsiteY11" fmla="*/ 4654902 h 4938964"/>
              <a:gd name="connsiteX12" fmla="*/ 0 w 2322095"/>
              <a:gd name="connsiteY12" fmla="*/ 284062 h 4938964"/>
              <a:gd name="connsiteX0" fmla="*/ 0 w 2322095"/>
              <a:gd name="connsiteY0" fmla="*/ 284062 h 4938964"/>
              <a:gd name="connsiteX1" fmla="*/ 280887 w 2322095"/>
              <a:gd name="connsiteY1" fmla="*/ 6350 h 4938964"/>
              <a:gd name="connsiteX2" fmla="*/ 482267 w 2322095"/>
              <a:gd name="connsiteY2" fmla="*/ 1596 h 4938964"/>
              <a:gd name="connsiteX3" fmla="*/ 750458 w 2322095"/>
              <a:gd name="connsiteY3" fmla="*/ 127795 h 4938964"/>
              <a:gd name="connsiteX4" fmla="*/ 1621126 w 2322095"/>
              <a:gd name="connsiteY4" fmla="*/ 171528 h 4938964"/>
              <a:gd name="connsiteX5" fmla="*/ 1788103 w 2322095"/>
              <a:gd name="connsiteY5" fmla="*/ 12501 h 4938964"/>
              <a:gd name="connsiteX6" fmla="*/ 2038033 w 2322095"/>
              <a:gd name="connsiteY6" fmla="*/ 0 h 4938964"/>
              <a:gd name="connsiteX7" fmla="*/ 2322095 w 2322095"/>
              <a:gd name="connsiteY7" fmla="*/ 284062 h 4938964"/>
              <a:gd name="connsiteX8" fmla="*/ 2322095 w 2322095"/>
              <a:gd name="connsiteY8" fmla="*/ 4654902 h 4938964"/>
              <a:gd name="connsiteX9" fmla="*/ 2038033 w 2322095"/>
              <a:gd name="connsiteY9" fmla="*/ 4938964 h 4938964"/>
              <a:gd name="connsiteX10" fmla="*/ 284062 w 2322095"/>
              <a:gd name="connsiteY10" fmla="*/ 4938964 h 4938964"/>
              <a:gd name="connsiteX11" fmla="*/ 0 w 2322095"/>
              <a:gd name="connsiteY11" fmla="*/ 4654902 h 4938964"/>
              <a:gd name="connsiteX12" fmla="*/ 0 w 2322095"/>
              <a:gd name="connsiteY12" fmla="*/ 284062 h 4938964"/>
              <a:gd name="connsiteX0" fmla="*/ 0 w 2322095"/>
              <a:gd name="connsiteY0" fmla="*/ 284062 h 4938964"/>
              <a:gd name="connsiteX1" fmla="*/ 280887 w 2322095"/>
              <a:gd name="connsiteY1" fmla="*/ 6350 h 4938964"/>
              <a:gd name="connsiteX2" fmla="*/ 482267 w 2322095"/>
              <a:gd name="connsiteY2" fmla="*/ 1596 h 4938964"/>
              <a:gd name="connsiteX3" fmla="*/ 699658 w 2322095"/>
              <a:gd name="connsiteY3" fmla="*/ 178595 h 4938964"/>
              <a:gd name="connsiteX4" fmla="*/ 1621126 w 2322095"/>
              <a:gd name="connsiteY4" fmla="*/ 171528 h 4938964"/>
              <a:gd name="connsiteX5" fmla="*/ 1788103 w 2322095"/>
              <a:gd name="connsiteY5" fmla="*/ 12501 h 4938964"/>
              <a:gd name="connsiteX6" fmla="*/ 2038033 w 2322095"/>
              <a:gd name="connsiteY6" fmla="*/ 0 h 4938964"/>
              <a:gd name="connsiteX7" fmla="*/ 2322095 w 2322095"/>
              <a:gd name="connsiteY7" fmla="*/ 284062 h 4938964"/>
              <a:gd name="connsiteX8" fmla="*/ 2322095 w 2322095"/>
              <a:gd name="connsiteY8" fmla="*/ 4654902 h 4938964"/>
              <a:gd name="connsiteX9" fmla="*/ 2038033 w 2322095"/>
              <a:gd name="connsiteY9" fmla="*/ 4938964 h 4938964"/>
              <a:gd name="connsiteX10" fmla="*/ 284062 w 2322095"/>
              <a:gd name="connsiteY10" fmla="*/ 4938964 h 4938964"/>
              <a:gd name="connsiteX11" fmla="*/ 0 w 2322095"/>
              <a:gd name="connsiteY11" fmla="*/ 4654902 h 4938964"/>
              <a:gd name="connsiteX12" fmla="*/ 0 w 2322095"/>
              <a:gd name="connsiteY12" fmla="*/ 284062 h 4938964"/>
              <a:gd name="connsiteX0" fmla="*/ 0 w 2322095"/>
              <a:gd name="connsiteY0" fmla="*/ 284062 h 4938964"/>
              <a:gd name="connsiteX1" fmla="*/ 280887 w 2322095"/>
              <a:gd name="connsiteY1" fmla="*/ 6350 h 4938964"/>
              <a:gd name="connsiteX2" fmla="*/ 482267 w 2322095"/>
              <a:gd name="connsiteY2" fmla="*/ 1596 h 4938964"/>
              <a:gd name="connsiteX3" fmla="*/ 699658 w 2322095"/>
              <a:gd name="connsiteY3" fmla="*/ 178595 h 4938964"/>
              <a:gd name="connsiteX4" fmla="*/ 1621126 w 2322095"/>
              <a:gd name="connsiteY4" fmla="*/ 171528 h 4938964"/>
              <a:gd name="connsiteX5" fmla="*/ 1788103 w 2322095"/>
              <a:gd name="connsiteY5" fmla="*/ 12501 h 4938964"/>
              <a:gd name="connsiteX6" fmla="*/ 2038033 w 2322095"/>
              <a:gd name="connsiteY6" fmla="*/ 0 h 4938964"/>
              <a:gd name="connsiteX7" fmla="*/ 2322095 w 2322095"/>
              <a:gd name="connsiteY7" fmla="*/ 284062 h 4938964"/>
              <a:gd name="connsiteX8" fmla="*/ 2322095 w 2322095"/>
              <a:gd name="connsiteY8" fmla="*/ 4654902 h 4938964"/>
              <a:gd name="connsiteX9" fmla="*/ 2038033 w 2322095"/>
              <a:gd name="connsiteY9" fmla="*/ 4938964 h 4938964"/>
              <a:gd name="connsiteX10" fmla="*/ 284062 w 2322095"/>
              <a:gd name="connsiteY10" fmla="*/ 4938964 h 4938964"/>
              <a:gd name="connsiteX11" fmla="*/ 0 w 2322095"/>
              <a:gd name="connsiteY11" fmla="*/ 4654902 h 4938964"/>
              <a:gd name="connsiteX12" fmla="*/ 0 w 2322095"/>
              <a:gd name="connsiteY12" fmla="*/ 284062 h 4938964"/>
              <a:gd name="connsiteX0" fmla="*/ 0 w 2322095"/>
              <a:gd name="connsiteY0" fmla="*/ 284062 h 4938964"/>
              <a:gd name="connsiteX1" fmla="*/ 280887 w 2322095"/>
              <a:gd name="connsiteY1" fmla="*/ 6350 h 4938964"/>
              <a:gd name="connsiteX2" fmla="*/ 482267 w 2322095"/>
              <a:gd name="connsiteY2" fmla="*/ 1596 h 4938964"/>
              <a:gd name="connsiteX3" fmla="*/ 728233 w 2322095"/>
              <a:gd name="connsiteY3" fmla="*/ 172245 h 4938964"/>
              <a:gd name="connsiteX4" fmla="*/ 1621126 w 2322095"/>
              <a:gd name="connsiteY4" fmla="*/ 171528 h 4938964"/>
              <a:gd name="connsiteX5" fmla="*/ 1788103 w 2322095"/>
              <a:gd name="connsiteY5" fmla="*/ 12501 h 4938964"/>
              <a:gd name="connsiteX6" fmla="*/ 2038033 w 2322095"/>
              <a:gd name="connsiteY6" fmla="*/ 0 h 4938964"/>
              <a:gd name="connsiteX7" fmla="*/ 2322095 w 2322095"/>
              <a:gd name="connsiteY7" fmla="*/ 284062 h 4938964"/>
              <a:gd name="connsiteX8" fmla="*/ 2322095 w 2322095"/>
              <a:gd name="connsiteY8" fmla="*/ 4654902 h 4938964"/>
              <a:gd name="connsiteX9" fmla="*/ 2038033 w 2322095"/>
              <a:gd name="connsiteY9" fmla="*/ 4938964 h 4938964"/>
              <a:gd name="connsiteX10" fmla="*/ 284062 w 2322095"/>
              <a:gd name="connsiteY10" fmla="*/ 4938964 h 4938964"/>
              <a:gd name="connsiteX11" fmla="*/ 0 w 2322095"/>
              <a:gd name="connsiteY11" fmla="*/ 4654902 h 4938964"/>
              <a:gd name="connsiteX12" fmla="*/ 0 w 2322095"/>
              <a:gd name="connsiteY12" fmla="*/ 284062 h 4938964"/>
              <a:gd name="connsiteX0" fmla="*/ 0 w 2322095"/>
              <a:gd name="connsiteY0" fmla="*/ 284062 h 4938964"/>
              <a:gd name="connsiteX1" fmla="*/ 280887 w 2322095"/>
              <a:gd name="connsiteY1" fmla="*/ 6350 h 4938964"/>
              <a:gd name="connsiteX2" fmla="*/ 482267 w 2322095"/>
              <a:gd name="connsiteY2" fmla="*/ 1596 h 4938964"/>
              <a:gd name="connsiteX3" fmla="*/ 731408 w 2322095"/>
              <a:gd name="connsiteY3" fmla="*/ 178595 h 4938964"/>
              <a:gd name="connsiteX4" fmla="*/ 1621126 w 2322095"/>
              <a:gd name="connsiteY4" fmla="*/ 171528 h 4938964"/>
              <a:gd name="connsiteX5" fmla="*/ 1788103 w 2322095"/>
              <a:gd name="connsiteY5" fmla="*/ 12501 h 4938964"/>
              <a:gd name="connsiteX6" fmla="*/ 2038033 w 2322095"/>
              <a:gd name="connsiteY6" fmla="*/ 0 h 4938964"/>
              <a:gd name="connsiteX7" fmla="*/ 2322095 w 2322095"/>
              <a:gd name="connsiteY7" fmla="*/ 284062 h 4938964"/>
              <a:gd name="connsiteX8" fmla="*/ 2322095 w 2322095"/>
              <a:gd name="connsiteY8" fmla="*/ 4654902 h 4938964"/>
              <a:gd name="connsiteX9" fmla="*/ 2038033 w 2322095"/>
              <a:gd name="connsiteY9" fmla="*/ 4938964 h 4938964"/>
              <a:gd name="connsiteX10" fmla="*/ 284062 w 2322095"/>
              <a:gd name="connsiteY10" fmla="*/ 4938964 h 4938964"/>
              <a:gd name="connsiteX11" fmla="*/ 0 w 2322095"/>
              <a:gd name="connsiteY11" fmla="*/ 4654902 h 4938964"/>
              <a:gd name="connsiteX12" fmla="*/ 0 w 2322095"/>
              <a:gd name="connsiteY12" fmla="*/ 284062 h 4938964"/>
              <a:gd name="connsiteX0" fmla="*/ 0 w 2322095"/>
              <a:gd name="connsiteY0" fmla="*/ 284062 h 4938964"/>
              <a:gd name="connsiteX1" fmla="*/ 280887 w 2322095"/>
              <a:gd name="connsiteY1" fmla="*/ 6350 h 4938964"/>
              <a:gd name="connsiteX2" fmla="*/ 482267 w 2322095"/>
              <a:gd name="connsiteY2" fmla="*/ 1596 h 4938964"/>
              <a:gd name="connsiteX3" fmla="*/ 731408 w 2322095"/>
              <a:gd name="connsiteY3" fmla="*/ 178595 h 4938964"/>
              <a:gd name="connsiteX4" fmla="*/ 1621126 w 2322095"/>
              <a:gd name="connsiteY4" fmla="*/ 184228 h 4938964"/>
              <a:gd name="connsiteX5" fmla="*/ 1788103 w 2322095"/>
              <a:gd name="connsiteY5" fmla="*/ 12501 h 4938964"/>
              <a:gd name="connsiteX6" fmla="*/ 2038033 w 2322095"/>
              <a:gd name="connsiteY6" fmla="*/ 0 h 4938964"/>
              <a:gd name="connsiteX7" fmla="*/ 2322095 w 2322095"/>
              <a:gd name="connsiteY7" fmla="*/ 284062 h 4938964"/>
              <a:gd name="connsiteX8" fmla="*/ 2322095 w 2322095"/>
              <a:gd name="connsiteY8" fmla="*/ 4654902 h 4938964"/>
              <a:gd name="connsiteX9" fmla="*/ 2038033 w 2322095"/>
              <a:gd name="connsiteY9" fmla="*/ 4938964 h 4938964"/>
              <a:gd name="connsiteX10" fmla="*/ 284062 w 2322095"/>
              <a:gd name="connsiteY10" fmla="*/ 4938964 h 4938964"/>
              <a:gd name="connsiteX11" fmla="*/ 0 w 2322095"/>
              <a:gd name="connsiteY11" fmla="*/ 4654902 h 4938964"/>
              <a:gd name="connsiteX12" fmla="*/ 0 w 2322095"/>
              <a:gd name="connsiteY12" fmla="*/ 284062 h 4938964"/>
              <a:gd name="connsiteX0" fmla="*/ 0 w 2322095"/>
              <a:gd name="connsiteY0" fmla="*/ 284062 h 4938964"/>
              <a:gd name="connsiteX1" fmla="*/ 280887 w 2322095"/>
              <a:gd name="connsiteY1" fmla="*/ 6350 h 4938964"/>
              <a:gd name="connsiteX2" fmla="*/ 482267 w 2322095"/>
              <a:gd name="connsiteY2" fmla="*/ 1596 h 4938964"/>
              <a:gd name="connsiteX3" fmla="*/ 731408 w 2322095"/>
              <a:gd name="connsiteY3" fmla="*/ 178595 h 4938964"/>
              <a:gd name="connsiteX4" fmla="*/ 1621126 w 2322095"/>
              <a:gd name="connsiteY4" fmla="*/ 184228 h 4938964"/>
              <a:gd name="connsiteX5" fmla="*/ 1788103 w 2322095"/>
              <a:gd name="connsiteY5" fmla="*/ 12501 h 4938964"/>
              <a:gd name="connsiteX6" fmla="*/ 2038033 w 2322095"/>
              <a:gd name="connsiteY6" fmla="*/ 0 h 4938964"/>
              <a:gd name="connsiteX7" fmla="*/ 2322095 w 2322095"/>
              <a:gd name="connsiteY7" fmla="*/ 284062 h 4938964"/>
              <a:gd name="connsiteX8" fmla="*/ 2322095 w 2322095"/>
              <a:gd name="connsiteY8" fmla="*/ 4654902 h 4938964"/>
              <a:gd name="connsiteX9" fmla="*/ 2038033 w 2322095"/>
              <a:gd name="connsiteY9" fmla="*/ 4938964 h 4938964"/>
              <a:gd name="connsiteX10" fmla="*/ 284062 w 2322095"/>
              <a:gd name="connsiteY10" fmla="*/ 4938964 h 4938964"/>
              <a:gd name="connsiteX11" fmla="*/ 0 w 2322095"/>
              <a:gd name="connsiteY11" fmla="*/ 4654902 h 4938964"/>
              <a:gd name="connsiteX12" fmla="*/ 0 w 2322095"/>
              <a:gd name="connsiteY12" fmla="*/ 284062 h 4938964"/>
              <a:gd name="connsiteX0" fmla="*/ 0 w 2322095"/>
              <a:gd name="connsiteY0" fmla="*/ 284062 h 4938964"/>
              <a:gd name="connsiteX1" fmla="*/ 280887 w 2322095"/>
              <a:gd name="connsiteY1" fmla="*/ 6350 h 4938964"/>
              <a:gd name="connsiteX2" fmla="*/ 482267 w 2322095"/>
              <a:gd name="connsiteY2" fmla="*/ 1596 h 4938964"/>
              <a:gd name="connsiteX3" fmla="*/ 731408 w 2322095"/>
              <a:gd name="connsiteY3" fmla="*/ 178595 h 4938964"/>
              <a:gd name="connsiteX4" fmla="*/ 1621126 w 2322095"/>
              <a:gd name="connsiteY4" fmla="*/ 174703 h 4938964"/>
              <a:gd name="connsiteX5" fmla="*/ 1788103 w 2322095"/>
              <a:gd name="connsiteY5" fmla="*/ 12501 h 4938964"/>
              <a:gd name="connsiteX6" fmla="*/ 2038033 w 2322095"/>
              <a:gd name="connsiteY6" fmla="*/ 0 h 4938964"/>
              <a:gd name="connsiteX7" fmla="*/ 2322095 w 2322095"/>
              <a:gd name="connsiteY7" fmla="*/ 284062 h 4938964"/>
              <a:gd name="connsiteX8" fmla="*/ 2322095 w 2322095"/>
              <a:gd name="connsiteY8" fmla="*/ 4654902 h 4938964"/>
              <a:gd name="connsiteX9" fmla="*/ 2038033 w 2322095"/>
              <a:gd name="connsiteY9" fmla="*/ 4938964 h 4938964"/>
              <a:gd name="connsiteX10" fmla="*/ 284062 w 2322095"/>
              <a:gd name="connsiteY10" fmla="*/ 4938964 h 4938964"/>
              <a:gd name="connsiteX11" fmla="*/ 0 w 2322095"/>
              <a:gd name="connsiteY11" fmla="*/ 4654902 h 4938964"/>
              <a:gd name="connsiteX12" fmla="*/ 0 w 2322095"/>
              <a:gd name="connsiteY12" fmla="*/ 284062 h 4938964"/>
              <a:gd name="connsiteX0" fmla="*/ 0 w 2322095"/>
              <a:gd name="connsiteY0" fmla="*/ 284062 h 4938964"/>
              <a:gd name="connsiteX1" fmla="*/ 280887 w 2322095"/>
              <a:gd name="connsiteY1" fmla="*/ 6350 h 4938964"/>
              <a:gd name="connsiteX2" fmla="*/ 482267 w 2322095"/>
              <a:gd name="connsiteY2" fmla="*/ 1596 h 4938964"/>
              <a:gd name="connsiteX3" fmla="*/ 731408 w 2322095"/>
              <a:gd name="connsiteY3" fmla="*/ 178595 h 4938964"/>
              <a:gd name="connsiteX4" fmla="*/ 1621126 w 2322095"/>
              <a:gd name="connsiteY4" fmla="*/ 174703 h 4938964"/>
              <a:gd name="connsiteX5" fmla="*/ 1788103 w 2322095"/>
              <a:gd name="connsiteY5" fmla="*/ 12501 h 4938964"/>
              <a:gd name="connsiteX6" fmla="*/ 2038033 w 2322095"/>
              <a:gd name="connsiteY6" fmla="*/ 0 h 4938964"/>
              <a:gd name="connsiteX7" fmla="*/ 2322095 w 2322095"/>
              <a:gd name="connsiteY7" fmla="*/ 284062 h 4938964"/>
              <a:gd name="connsiteX8" fmla="*/ 2322095 w 2322095"/>
              <a:gd name="connsiteY8" fmla="*/ 4654902 h 4938964"/>
              <a:gd name="connsiteX9" fmla="*/ 2038033 w 2322095"/>
              <a:gd name="connsiteY9" fmla="*/ 4938964 h 4938964"/>
              <a:gd name="connsiteX10" fmla="*/ 284062 w 2322095"/>
              <a:gd name="connsiteY10" fmla="*/ 4938964 h 4938964"/>
              <a:gd name="connsiteX11" fmla="*/ 0 w 2322095"/>
              <a:gd name="connsiteY11" fmla="*/ 4654902 h 4938964"/>
              <a:gd name="connsiteX12" fmla="*/ 0 w 2322095"/>
              <a:gd name="connsiteY12" fmla="*/ 284062 h 4938964"/>
              <a:gd name="connsiteX0" fmla="*/ 0 w 2322095"/>
              <a:gd name="connsiteY0" fmla="*/ 284062 h 4938964"/>
              <a:gd name="connsiteX1" fmla="*/ 280887 w 2322095"/>
              <a:gd name="connsiteY1" fmla="*/ 6350 h 4938964"/>
              <a:gd name="connsiteX2" fmla="*/ 482267 w 2322095"/>
              <a:gd name="connsiteY2" fmla="*/ 1596 h 4938964"/>
              <a:gd name="connsiteX3" fmla="*/ 731408 w 2322095"/>
              <a:gd name="connsiteY3" fmla="*/ 178595 h 4938964"/>
              <a:gd name="connsiteX4" fmla="*/ 1621126 w 2322095"/>
              <a:gd name="connsiteY4" fmla="*/ 174703 h 4938964"/>
              <a:gd name="connsiteX5" fmla="*/ 1788103 w 2322095"/>
              <a:gd name="connsiteY5" fmla="*/ 12501 h 4938964"/>
              <a:gd name="connsiteX6" fmla="*/ 2038033 w 2322095"/>
              <a:gd name="connsiteY6" fmla="*/ 0 h 4938964"/>
              <a:gd name="connsiteX7" fmla="*/ 2322095 w 2322095"/>
              <a:gd name="connsiteY7" fmla="*/ 284062 h 4938964"/>
              <a:gd name="connsiteX8" fmla="*/ 2322095 w 2322095"/>
              <a:gd name="connsiteY8" fmla="*/ 4654902 h 4938964"/>
              <a:gd name="connsiteX9" fmla="*/ 2038033 w 2322095"/>
              <a:gd name="connsiteY9" fmla="*/ 4938964 h 4938964"/>
              <a:gd name="connsiteX10" fmla="*/ 284062 w 2322095"/>
              <a:gd name="connsiteY10" fmla="*/ 4938964 h 4938964"/>
              <a:gd name="connsiteX11" fmla="*/ 0 w 2322095"/>
              <a:gd name="connsiteY11" fmla="*/ 4654902 h 4938964"/>
              <a:gd name="connsiteX12" fmla="*/ 0 w 2322095"/>
              <a:gd name="connsiteY12" fmla="*/ 284062 h 4938964"/>
              <a:gd name="connsiteX0" fmla="*/ 0 w 2322095"/>
              <a:gd name="connsiteY0" fmla="*/ 287436 h 4942338"/>
              <a:gd name="connsiteX1" fmla="*/ 280887 w 2322095"/>
              <a:gd name="connsiteY1" fmla="*/ 9724 h 4942338"/>
              <a:gd name="connsiteX2" fmla="*/ 482267 w 2322095"/>
              <a:gd name="connsiteY2" fmla="*/ 4970 h 4942338"/>
              <a:gd name="connsiteX3" fmla="*/ 731408 w 2322095"/>
              <a:gd name="connsiteY3" fmla="*/ 181969 h 4942338"/>
              <a:gd name="connsiteX4" fmla="*/ 1621126 w 2322095"/>
              <a:gd name="connsiteY4" fmla="*/ 178077 h 4942338"/>
              <a:gd name="connsiteX5" fmla="*/ 1788103 w 2322095"/>
              <a:gd name="connsiteY5" fmla="*/ 0 h 4942338"/>
              <a:gd name="connsiteX6" fmla="*/ 2038033 w 2322095"/>
              <a:gd name="connsiteY6" fmla="*/ 3374 h 4942338"/>
              <a:gd name="connsiteX7" fmla="*/ 2322095 w 2322095"/>
              <a:gd name="connsiteY7" fmla="*/ 287436 h 4942338"/>
              <a:gd name="connsiteX8" fmla="*/ 2322095 w 2322095"/>
              <a:gd name="connsiteY8" fmla="*/ 4658276 h 4942338"/>
              <a:gd name="connsiteX9" fmla="*/ 2038033 w 2322095"/>
              <a:gd name="connsiteY9" fmla="*/ 4942338 h 4942338"/>
              <a:gd name="connsiteX10" fmla="*/ 284062 w 2322095"/>
              <a:gd name="connsiteY10" fmla="*/ 4942338 h 4942338"/>
              <a:gd name="connsiteX11" fmla="*/ 0 w 2322095"/>
              <a:gd name="connsiteY11" fmla="*/ 4658276 h 4942338"/>
              <a:gd name="connsiteX12" fmla="*/ 0 w 2322095"/>
              <a:gd name="connsiteY12" fmla="*/ 287436 h 4942338"/>
              <a:gd name="connsiteX0" fmla="*/ 0 w 2322095"/>
              <a:gd name="connsiteY0" fmla="*/ 287436 h 4942338"/>
              <a:gd name="connsiteX1" fmla="*/ 280887 w 2322095"/>
              <a:gd name="connsiteY1" fmla="*/ 9724 h 4942338"/>
              <a:gd name="connsiteX2" fmla="*/ 482267 w 2322095"/>
              <a:gd name="connsiteY2" fmla="*/ 4970 h 4942338"/>
              <a:gd name="connsiteX3" fmla="*/ 731408 w 2322095"/>
              <a:gd name="connsiteY3" fmla="*/ 181969 h 4942338"/>
              <a:gd name="connsiteX4" fmla="*/ 1621126 w 2322095"/>
              <a:gd name="connsiteY4" fmla="*/ 178077 h 4942338"/>
              <a:gd name="connsiteX5" fmla="*/ 1788103 w 2322095"/>
              <a:gd name="connsiteY5" fmla="*/ 0 h 4942338"/>
              <a:gd name="connsiteX6" fmla="*/ 2038033 w 2322095"/>
              <a:gd name="connsiteY6" fmla="*/ 3374 h 4942338"/>
              <a:gd name="connsiteX7" fmla="*/ 2322095 w 2322095"/>
              <a:gd name="connsiteY7" fmla="*/ 287436 h 4942338"/>
              <a:gd name="connsiteX8" fmla="*/ 2322095 w 2322095"/>
              <a:gd name="connsiteY8" fmla="*/ 4658276 h 4942338"/>
              <a:gd name="connsiteX9" fmla="*/ 2038033 w 2322095"/>
              <a:gd name="connsiteY9" fmla="*/ 4942338 h 4942338"/>
              <a:gd name="connsiteX10" fmla="*/ 284062 w 2322095"/>
              <a:gd name="connsiteY10" fmla="*/ 4942338 h 4942338"/>
              <a:gd name="connsiteX11" fmla="*/ 0 w 2322095"/>
              <a:gd name="connsiteY11" fmla="*/ 4658276 h 4942338"/>
              <a:gd name="connsiteX12" fmla="*/ 0 w 2322095"/>
              <a:gd name="connsiteY12" fmla="*/ 287436 h 4942338"/>
              <a:gd name="connsiteX0" fmla="*/ 0 w 2322095"/>
              <a:gd name="connsiteY0" fmla="*/ 287436 h 4942338"/>
              <a:gd name="connsiteX1" fmla="*/ 280887 w 2322095"/>
              <a:gd name="connsiteY1" fmla="*/ 9724 h 4942338"/>
              <a:gd name="connsiteX2" fmla="*/ 482267 w 2322095"/>
              <a:gd name="connsiteY2" fmla="*/ 4970 h 4942338"/>
              <a:gd name="connsiteX3" fmla="*/ 731408 w 2322095"/>
              <a:gd name="connsiteY3" fmla="*/ 181969 h 4942338"/>
              <a:gd name="connsiteX4" fmla="*/ 1621126 w 2322095"/>
              <a:gd name="connsiteY4" fmla="*/ 178077 h 4942338"/>
              <a:gd name="connsiteX5" fmla="*/ 1788103 w 2322095"/>
              <a:gd name="connsiteY5" fmla="*/ 0 h 4942338"/>
              <a:gd name="connsiteX6" fmla="*/ 2038033 w 2322095"/>
              <a:gd name="connsiteY6" fmla="*/ 3374 h 4942338"/>
              <a:gd name="connsiteX7" fmla="*/ 2322095 w 2322095"/>
              <a:gd name="connsiteY7" fmla="*/ 287436 h 4942338"/>
              <a:gd name="connsiteX8" fmla="*/ 2322095 w 2322095"/>
              <a:gd name="connsiteY8" fmla="*/ 4658276 h 4942338"/>
              <a:gd name="connsiteX9" fmla="*/ 2038033 w 2322095"/>
              <a:gd name="connsiteY9" fmla="*/ 4942338 h 4942338"/>
              <a:gd name="connsiteX10" fmla="*/ 284062 w 2322095"/>
              <a:gd name="connsiteY10" fmla="*/ 4942338 h 4942338"/>
              <a:gd name="connsiteX11" fmla="*/ 0 w 2322095"/>
              <a:gd name="connsiteY11" fmla="*/ 4658276 h 4942338"/>
              <a:gd name="connsiteX12" fmla="*/ 0 w 2322095"/>
              <a:gd name="connsiteY12" fmla="*/ 287436 h 4942338"/>
              <a:gd name="connsiteX0" fmla="*/ 0 w 2322095"/>
              <a:gd name="connsiteY0" fmla="*/ 287436 h 4942338"/>
              <a:gd name="connsiteX1" fmla="*/ 280887 w 2322095"/>
              <a:gd name="connsiteY1" fmla="*/ 9724 h 4942338"/>
              <a:gd name="connsiteX2" fmla="*/ 482267 w 2322095"/>
              <a:gd name="connsiteY2" fmla="*/ 4970 h 4942338"/>
              <a:gd name="connsiteX3" fmla="*/ 731408 w 2322095"/>
              <a:gd name="connsiteY3" fmla="*/ 181969 h 4942338"/>
              <a:gd name="connsiteX4" fmla="*/ 1621126 w 2322095"/>
              <a:gd name="connsiteY4" fmla="*/ 178077 h 4942338"/>
              <a:gd name="connsiteX5" fmla="*/ 1788103 w 2322095"/>
              <a:gd name="connsiteY5" fmla="*/ 0 h 4942338"/>
              <a:gd name="connsiteX6" fmla="*/ 2038033 w 2322095"/>
              <a:gd name="connsiteY6" fmla="*/ 3374 h 4942338"/>
              <a:gd name="connsiteX7" fmla="*/ 2322095 w 2322095"/>
              <a:gd name="connsiteY7" fmla="*/ 287436 h 4942338"/>
              <a:gd name="connsiteX8" fmla="*/ 2322095 w 2322095"/>
              <a:gd name="connsiteY8" fmla="*/ 4658276 h 4942338"/>
              <a:gd name="connsiteX9" fmla="*/ 2038033 w 2322095"/>
              <a:gd name="connsiteY9" fmla="*/ 4942338 h 4942338"/>
              <a:gd name="connsiteX10" fmla="*/ 284062 w 2322095"/>
              <a:gd name="connsiteY10" fmla="*/ 4942338 h 4942338"/>
              <a:gd name="connsiteX11" fmla="*/ 0 w 2322095"/>
              <a:gd name="connsiteY11" fmla="*/ 4658276 h 4942338"/>
              <a:gd name="connsiteX12" fmla="*/ 0 w 2322095"/>
              <a:gd name="connsiteY12" fmla="*/ 287436 h 494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22095" h="4942338">
                <a:moveTo>
                  <a:pt x="0" y="287436"/>
                </a:moveTo>
                <a:cubicBezTo>
                  <a:pt x="0" y="130553"/>
                  <a:pt x="24613" y="-5185"/>
                  <a:pt x="280887" y="9724"/>
                </a:cubicBezTo>
                <a:lnTo>
                  <a:pt x="482267" y="4970"/>
                </a:lnTo>
                <a:cubicBezTo>
                  <a:pt x="662671" y="4896"/>
                  <a:pt x="490679" y="182043"/>
                  <a:pt x="731408" y="181969"/>
                </a:cubicBezTo>
                <a:lnTo>
                  <a:pt x="1621126" y="178077"/>
                </a:lnTo>
                <a:cubicBezTo>
                  <a:pt x="1808865" y="185421"/>
                  <a:pt x="1701964" y="37106"/>
                  <a:pt x="1788103" y="0"/>
                </a:cubicBezTo>
                <a:lnTo>
                  <a:pt x="2038033" y="3374"/>
                </a:lnTo>
                <a:cubicBezTo>
                  <a:pt x="2319155" y="8344"/>
                  <a:pt x="2322095" y="130553"/>
                  <a:pt x="2322095" y="287436"/>
                </a:cubicBezTo>
                <a:lnTo>
                  <a:pt x="2322095" y="4658276"/>
                </a:lnTo>
                <a:cubicBezTo>
                  <a:pt x="2322095" y="4815159"/>
                  <a:pt x="2194916" y="4942338"/>
                  <a:pt x="2038033" y="4942338"/>
                </a:cubicBezTo>
                <a:lnTo>
                  <a:pt x="284062" y="4942338"/>
                </a:lnTo>
                <a:cubicBezTo>
                  <a:pt x="127179" y="4942338"/>
                  <a:pt x="0" y="4815159"/>
                  <a:pt x="0" y="4658276"/>
                </a:cubicBezTo>
                <a:lnTo>
                  <a:pt x="0" y="287436"/>
                </a:lnTo>
                <a:close/>
              </a:path>
            </a:pathLst>
          </a:custGeom>
        </p:spPr>
        <p:txBody>
          <a:bodyPr lIns="91439" rIns="91439" anchor="t"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 </a:t>
            </a:r>
            <a:endParaRPr/>
          </a:p>
        </p:txBody>
      </p:sp>
      <p:sp>
        <p:nvSpPr>
          <p:cNvPr id="27" name="Espace réservé du texte 6">
            <a:extLst>
              <a:ext uri="{FF2B5EF4-FFF2-40B4-BE49-F238E27FC236}">
                <a16:creationId xmlns:a16="http://schemas.microsoft.com/office/drawing/2014/main" id="{4BB12819-142F-A70F-B6DC-97BA338255C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691783" y="2507021"/>
            <a:ext cx="329716" cy="329715"/>
          </a:xfrm>
          <a:prstGeom prst="ellipse">
            <a:avLst/>
          </a:prstGeom>
          <a:solidFill>
            <a:srgbClr val="5853FF"/>
          </a:solidFill>
        </p:spPr>
        <p:txBody>
          <a:bodyPr lIns="0" tIns="0" rIns="0" bIns="0" anchor="ctr"/>
          <a:lstStyle>
            <a:lvl1pPr marL="0" indent="0" algn="ctr">
              <a:buNone/>
              <a:defRPr sz="1200" b="1" i="0" spc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/>
              <a:t>01</a:t>
            </a:r>
          </a:p>
        </p:txBody>
      </p:sp>
      <p:sp>
        <p:nvSpPr>
          <p:cNvPr id="28" name="Espace réservé du texte 6">
            <a:extLst>
              <a:ext uri="{FF2B5EF4-FFF2-40B4-BE49-F238E27FC236}">
                <a16:creationId xmlns:a16="http://schemas.microsoft.com/office/drawing/2014/main" id="{4651D163-EFBF-821D-F353-19D5B08BB00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137036" y="2509142"/>
            <a:ext cx="329716" cy="329715"/>
          </a:xfrm>
          <a:prstGeom prst="ellipse">
            <a:avLst/>
          </a:prstGeom>
          <a:solidFill>
            <a:srgbClr val="F42C9C"/>
          </a:solidFill>
        </p:spPr>
        <p:txBody>
          <a:bodyPr lIns="0" tIns="0" rIns="0" bIns="0" anchor="ctr"/>
          <a:lstStyle>
            <a:lvl1pPr marL="0" indent="0" algn="ctr">
              <a:buNone/>
              <a:defRPr sz="1200" b="1" i="0" spc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/>
              <a:t>02</a:t>
            </a:r>
          </a:p>
        </p:txBody>
      </p:sp>
      <p:sp>
        <p:nvSpPr>
          <p:cNvPr id="3" name="Espace réservé du texte 6">
            <a:extLst>
              <a:ext uri="{FF2B5EF4-FFF2-40B4-BE49-F238E27FC236}">
                <a16:creationId xmlns:a16="http://schemas.microsoft.com/office/drawing/2014/main" id="{A23F8FB4-B99D-F8BA-C9CA-1F1615A45E4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106856" y="2536180"/>
            <a:ext cx="1851918" cy="3005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rgbClr val="5853FF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6" name="Espace réservé du texte 6">
            <a:extLst>
              <a:ext uri="{FF2B5EF4-FFF2-40B4-BE49-F238E27FC236}">
                <a16:creationId xmlns:a16="http://schemas.microsoft.com/office/drawing/2014/main" id="{0607E941-FDCA-D4BA-3F87-6830E4F5E41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570207" y="2536180"/>
            <a:ext cx="1851918" cy="3005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rgbClr val="F42C9C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66F302DA-9090-822B-1E60-6D07CD8F24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60277" y="936286"/>
            <a:ext cx="5044736" cy="1127738"/>
          </a:xfrm>
          <a:prstGeom prst="rect">
            <a:avLst/>
          </a:prstGeom>
        </p:spPr>
        <p:txBody>
          <a:bodyPr anchor="t">
            <a:noAutofit/>
          </a:bodyPr>
          <a:lstStyle/>
          <a:p>
            <a:r>
              <a:rPr lang="fr-FR"/>
              <a:t>Titre de la slide</a:t>
            </a:r>
          </a:p>
        </p:txBody>
      </p:sp>
      <p:sp>
        <p:nvSpPr>
          <p:cNvPr id="9" name="Espace réservé du texte 6">
            <a:extLst>
              <a:ext uri="{FF2B5EF4-FFF2-40B4-BE49-F238E27FC236}">
                <a16:creationId xmlns:a16="http://schemas.microsoft.com/office/drawing/2014/main" id="{687D2239-D2EA-3674-2883-47AF9D09EDE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60276" y="383058"/>
            <a:ext cx="5088133" cy="2470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1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/>
              <a:t>TITRE DE LA RUBRIQUE</a:t>
            </a:r>
          </a:p>
        </p:txBody>
      </p:sp>
      <p:sp>
        <p:nvSpPr>
          <p:cNvPr id="4" name="Espace réservé du texte 17">
            <a:extLst>
              <a:ext uri="{FF2B5EF4-FFF2-40B4-BE49-F238E27FC236}">
                <a16:creationId xmlns:a16="http://schemas.microsoft.com/office/drawing/2014/main" id="{4B248728-23DA-9911-CD29-7076186BA16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692899" y="3090831"/>
            <a:ext cx="2265875" cy="909638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</a:lstStyle>
          <a:p>
            <a:pPr lvl="0"/>
            <a:r>
              <a:rPr lang="fr-FR" err="1">
                <a:latin typeface="+mn-lt"/>
              </a:rPr>
              <a:t>trouim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freiuq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tabhe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kiuji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biulum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fruuntu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xera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diminetrium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vinci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cesariustrouim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freiuq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tabhe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kiuji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biulum</a:t>
            </a:r>
            <a:r>
              <a:rPr lang="fr-FR">
                <a:latin typeface="+mn-lt"/>
              </a:rPr>
              <a:t>.</a:t>
            </a:r>
            <a:endParaRPr lang="fr-FR"/>
          </a:p>
        </p:txBody>
      </p:sp>
      <p:sp>
        <p:nvSpPr>
          <p:cNvPr id="10" name="Espace réservé du texte 17">
            <a:extLst>
              <a:ext uri="{FF2B5EF4-FFF2-40B4-BE49-F238E27FC236}">
                <a16:creationId xmlns:a16="http://schemas.microsoft.com/office/drawing/2014/main" id="{6A03018F-4C26-BBB6-86B0-619378A0F61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156250" y="3090831"/>
            <a:ext cx="2265875" cy="909638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</a:lstStyle>
          <a:p>
            <a:pPr lvl="0"/>
            <a:r>
              <a:rPr lang="fr-FR" err="1">
                <a:latin typeface="+mn-lt"/>
              </a:rPr>
              <a:t>trouim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freiuq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tabhe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kiuji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biulum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fruuntu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xera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diminetrium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vinci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cesariustrouim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freiuq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tabhe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kiuji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biulum</a:t>
            </a:r>
            <a:r>
              <a:rPr lang="fr-FR">
                <a:latin typeface="+mn-lt"/>
              </a:rPr>
              <a:t>.</a:t>
            </a:r>
            <a:endParaRPr lang="fr-FR"/>
          </a:p>
        </p:txBody>
      </p:sp>
      <p:sp>
        <p:nvSpPr>
          <p:cNvPr id="11" name="Espace réservé du texte 17">
            <a:extLst>
              <a:ext uri="{FF2B5EF4-FFF2-40B4-BE49-F238E27FC236}">
                <a16:creationId xmlns:a16="http://schemas.microsoft.com/office/drawing/2014/main" id="{1BD5CD1C-71C7-2790-198E-61F178079C1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692899" y="4435740"/>
            <a:ext cx="4729226" cy="718677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err="1">
                <a:latin typeface="+mn-lt"/>
              </a:rPr>
              <a:t>trouim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freiuq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tabhe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kiuji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biulum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fruuntu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xera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diminetrium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vinci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cesarius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huto</a:t>
            </a:r>
            <a:r>
              <a:rPr lang="fr-FR">
                <a:latin typeface="+mn-lt"/>
              </a:rPr>
              <a:t> gravera brutus  </a:t>
            </a:r>
            <a:r>
              <a:rPr lang="fr-FR" err="1">
                <a:latin typeface="+mn-lt"/>
              </a:rPr>
              <a:t>quin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ot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numbia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fredistrouim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freiuq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tabhe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kiuji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biulum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fruuntu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xera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diminetrium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vinci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cesarius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huto</a:t>
            </a:r>
            <a:r>
              <a:rPr lang="fr-FR">
                <a:latin typeface="+mn-lt"/>
              </a:rPr>
              <a:t> gravera brutus.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869596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ockup ip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 descr="Une image contenant cercle, capture d’écran, Caractère coloré&#10;&#10;Description générée automatiquement">
            <a:extLst>
              <a:ext uri="{FF2B5EF4-FFF2-40B4-BE49-F238E27FC236}">
                <a16:creationId xmlns:a16="http://schemas.microsoft.com/office/drawing/2014/main" id="{3F810671-5A93-614A-7920-60C29EEB56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3073" t="45913"/>
          <a:stretch/>
        </p:blipFill>
        <p:spPr>
          <a:xfrm>
            <a:off x="-7141" y="-1"/>
            <a:ext cx="5334652" cy="5068599"/>
          </a:xfrm>
          <a:prstGeom prst="rect">
            <a:avLst/>
          </a:prstGeom>
        </p:spPr>
      </p:pic>
      <p:pic>
        <p:nvPicPr>
          <p:cNvPr id="2" name="Picture 2" descr="Picture 2">
            <a:extLst>
              <a:ext uri="{FF2B5EF4-FFF2-40B4-BE49-F238E27FC236}">
                <a16:creationId xmlns:a16="http://schemas.microsoft.com/office/drawing/2014/main" id="{567361CC-F60E-BEBA-D8C9-903970FC54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7388" r="18650"/>
          <a:stretch/>
        </p:blipFill>
        <p:spPr>
          <a:xfrm>
            <a:off x="422980" y="1242730"/>
            <a:ext cx="5591660" cy="4917469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778756AD-6983-043F-9FC8-B15870D7A91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484671" y="2005781"/>
            <a:ext cx="2526889" cy="3352799"/>
          </a:xfrm>
          <a:prstGeom prst="rect">
            <a:avLst/>
          </a:prstGeom>
        </p:spPr>
        <p:txBody>
          <a:bodyPr lIns="91439" rIns="91439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 </a:t>
            </a:r>
            <a:endParaRPr/>
          </a:p>
        </p:txBody>
      </p:sp>
      <p:sp>
        <p:nvSpPr>
          <p:cNvPr id="28" name="Espace réservé du texte 6">
            <a:extLst>
              <a:ext uri="{FF2B5EF4-FFF2-40B4-BE49-F238E27FC236}">
                <a16:creationId xmlns:a16="http://schemas.microsoft.com/office/drawing/2014/main" id="{965B84C9-6EC7-2740-5C20-0E60392E187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691783" y="2507021"/>
            <a:ext cx="329716" cy="329715"/>
          </a:xfrm>
          <a:prstGeom prst="ellipse">
            <a:avLst/>
          </a:prstGeom>
          <a:solidFill>
            <a:srgbClr val="5853FF"/>
          </a:solidFill>
        </p:spPr>
        <p:txBody>
          <a:bodyPr lIns="0" tIns="0" rIns="0" bIns="0" anchor="ctr"/>
          <a:lstStyle>
            <a:lvl1pPr marL="0" indent="0" algn="ctr">
              <a:buNone/>
              <a:defRPr sz="1200" b="1" i="0" spc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/>
              <a:t>01</a:t>
            </a:r>
          </a:p>
        </p:txBody>
      </p:sp>
      <p:sp>
        <p:nvSpPr>
          <p:cNvPr id="29" name="Espace réservé du texte 6">
            <a:extLst>
              <a:ext uri="{FF2B5EF4-FFF2-40B4-BE49-F238E27FC236}">
                <a16:creationId xmlns:a16="http://schemas.microsoft.com/office/drawing/2014/main" id="{46791E29-7D7E-869A-8C1D-95FF048562C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137036" y="2509142"/>
            <a:ext cx="329716" cy="329715"/>
          </a:xfrm>
          <a:prstGeom prst="ellipse">
            <a:avLst/>
          </a:prstGeom>
          <a:solidFill>
            <a:srgbClr val="F42C9C"/>
          </a:solidFill>
        </p:spPr>
        <p:txBody>
          <a:bodyPr lIns="0" tIns="0" rIns="0" bIns="0" anchor="ctr"/>
          <a:lstStyle>
            <a:lvl1pPr marL="0" indent="0" algn="ctr">
              <a:buNone/>
              <a:defRPr sz="1200" b="1" i="0" spc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/>
              <a:t>02</a:t>
            </a:r>
          </a:p>
        </p:txBody>
      </p:sp>
      <p:sp>
        <p:nvSpPr>
          <p:cNvPr id="4" name="Espace réservé du texte 6">
            <a:extLst>
              <a:ext uri="{FF2B5EF4-FFF2-40B4-BE49-F238E27FC236}">
                <a16:creationId xmlns:a16="http://schemas.microsoft.com/office/drawing/2014/main" id="{C782AE47-BB2E-8180-2C65-A3AB3D7C62E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106856" y="2536180"/>
            <a:ext cx="1851918" cy="3005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rgbClr val="5853FF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6" name="Espace réservé du texte 6">
            <a:extLst>
              <a:ext uri="{FF2B5EF4-FFF2-40B4-BE49-F238E27FC236}">
                <a16:creationId xmlns:a16="http://schemas.microsoft.com/office/drawing/2014/main" id="{2AC41543-99E3-4F27-6C2A-3DB5B66C6C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570207" y="2536180"/>
            <a:ext cx="1851918" cy="3005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rgbClr val="F42C9C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6A45E174-E106-8654-4A7E-C328048A70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60277" y="936286"/>
            <a:ext cx="5044736" cy="1127738"/>
          </a:xfrm>
          <a:prstGeom prst="rect">
            <a:avLst/>
          </a:prstGeom>
        </p:spPr>
        <p:txBody>
          <a:bodyPr anchor="t">
            <a:noAutofit/>
          </a:bodyPr>
          <a:lstStyle/>
          <a:p>
            <a:r>
              <a:rPr lang="fr-FR"/>
              <a:t>Titre de la slide</a:t>
            </a:r>
          </a:p>
        </p:txBody>
      </p:sp>
      <p:sp>
        <p:nvSpPr>
          <p:cNvPr id="9" name="Espace réservé du texte 6">
            <a:extLst>
              <a:ext uri="{FF2B5EF4-FFF2-40B4-BE49-F238E27FC236}">
                <a16:creationId xmlns:a16="http://schemas.microsoft.com/office/drawing/2014/main" id="{4B5C9C00-FE38-016E-7EE2-7FF0735F618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60276" y="383058"/>
            <a:ext cx="5088133" cy="2470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1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/>
              <a:t>TITRE DE LA RUBRIQUE</a:t>
            </a:r>
          </a:p>
        </p:txBody>
      </p:sp>
      <p:sp>
        <p:nvSpPr>
          <p:cNvPr id="12" name="Espace réservé du texte 17">
            <a:extLst>
              <a:ext uri="{FF2B5EF4-FFF2-40B4-BE49-F238E27FC236}">
                <a16:creationId xmlns:a16="http://schemas.microsoft.com/office/drawing/2014/main" id="{25C5B530-C940-43DC-4F04-FD960FBFCE3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692899" y="3090831"/>
            <a:ext cx="2265875" cy="909638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</a:lstStyle>
          <a:p>
            <a:pPr lvl="0"/>
            <a:r>
              <a:rPr lang="fr-FR" err="1">
                <a:latin typeface="+mn-lt"/>
              </a:rPr>
              <a:t>trouim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freiuq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tabhe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kiuji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biulum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fruuntu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xera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diminetrium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vinci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cesariustrouim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freiuq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tabhe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kiuji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biulum</a:t>
            </a:r>
            <a:r>
              <a:rPr lang="fr-FR">
                <a:latin typeface="+mn-lt"/>
              </a:rPr>
              <a:t>.</a:t>
            </a:r>
            <a:endParaRPr lang="fr-FR"/>
          </a:p>
        </p:txBody>
      </p:sp>
      <p:sp>
        <p:nvSpPr>
          <p:cNvPr id="13" name="Espace réservé du texte 17">
            <a:extLst>
              <a:ext uri="{FF2B5EF4-FFF2-40B4-BE49-F238E27FC236}">
                <a16:creationId xmlns:a16="http://schemas.microsoft.com/office/drawing/2014/main" id="{F3012682-4632-24F8-44B2-18056FD5E96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156250" y="3090831"/>
            <a:ext cx="2265875" cy="909638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</a:lstStyle>
          <a:p>
            <a:pPr lvl="0"/>
            <a:r>
              <a:rPr lang="fr-FR" err="1">
                <a:latin typeface="+mn-lt"/>
              </a:rPr>
              <a:t>trouim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freiuq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tabhe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kiuji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biulum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fruuntu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xera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diminetrium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vinci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cesariustrouim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freiuq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tabhe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kiuji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biulum</a:t>
            </a:r>
            <a:r>
              <a:rPr lang="fr-FR">
                <a:latin typeface="+mn-lt"/>
              </a:rPr>
              <a:t>.</a:t>
            </a:r>
            <a:endParaRPr lang="fr-FR"/>
          </a:p>
        </p:txBody>
      </p:sp>
      <p:sp>
        <p:nvSpPr>
          <p:cNvPr id="14" name="Espace réservé du texte 17">
            <a:extLst>
              <a:ext uri="{FF2B5EF4-FFF2-40B4-BE49-F238E27FC236}">
                <a16:creationId xmlns:a16="http://schemas.microsoft.com/office/drawing/2014/main" id="{3D8A5D48-37D8-17AE-0566-27B1C1D297B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692899" y="4435740"/>
            <a:ext cx="4729226" cy="718677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err="1">
                <a:latin typeface="+mn-lt"/>
              </a:rPr>
              <a:t>trouim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freiuq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tabhe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kiuji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biulum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fruuntu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xera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diminetrium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vinci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cesarius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huto</a:t>
            </a:r>
            <a:r>
              <a:rPr lang="fr-FR">
                <a:latin typeface="+mn-lt"/>
              </a:rPr>
              <a:t> gravera brutus  </a:t>
            </a:r>
            <a:r>
              <a:rPr lang="fr-FR" err="1">
                <a:latin typeface="+mn-lt"/>
              </a:rPr>
              <a:t>quin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ot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numbia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fredistrouim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freiuq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tabhe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kiuji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biulum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fruuntu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xera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diminetrium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vinci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cesarius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huto</a:t>
            </a:r>
            <a:r>
              <a:rPr lang="fr-FR">
                <a:latin typeface="+mn-lt"/>
              </a:rPr>
              <a:t> gravera brutus.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597310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qu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Espace réservé du texte 6">
            <a:extLst>
              <a:ext uri="{FF2B5EF4-FFF2-40B4-BE49-F238E27FC236}">
                <a16:creationId xmlns:a16="http://schemas.microsoft.com/office/drawing/2014/main" id="{DBEF63D0-5A09-2A04-43A4-7EB23BA954F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2980" y="383058"/>
            <a:ext cx="5088133" cy="2470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1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/>
              <a:t>TITRE DE LA RUBRIQUE</a:t>
            </a:r>
          </a:p>
        </p:txBody>
      </p:sp>
      <p:sp>
        <p:nvSpPr>
          <p:cNvPr id="36" name="Titre 1">
            <a:extLst>
              <a:ext uri="{FF2B5EF4-FFF2-40B4-BE49-F238E27FC236}">
                <a16:creationId xmlns:a16="http://schemas.microsoft.com/office/drawing/2014/main" id="{9FFDC6CE-5265-D7E1-72BF-27B5054E40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9875" y="936286"/>
            <a:ext cx="5044736" cy="1127738"/>
          </a:xfrm>
          <a:prstGeom prst="rect">
            <a:avLst/>
          </a:prstGeom>
        </p:spPr>
        <p:txBody>
          <a:bodyPr anchor="t">
            <a:noAutofit/>
          </a:bodyPr>
          <a:lstStyle/>
          <a:p>
            <a:r>
              <a:rPr lang="fr-FR"/>
              <a:t>Titre de la slide</a:t>
            </a:r>
          </a:p>
        </p:txBody>
      </p:sp>
      <p:sp>
        <p:nvSpPr>
          <p:cNvPr id="51" name="Espace réservé du texte 6">
            <a:extLst>
              <a:ext uri="{FF2B5EF4-FFF2-40B4-BE49-F238E27FC236}">
                <a16:creationId xmlns:a16="http://schemas.microsoft.com/office/drawing/2014/main" id="{37D6E52A-EFB1-15FB-1A1B-1506DCFDC4D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56371" y="6086091"/>
            <a:ext cx="1086305" cy="35381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algn="ctr"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>
                <a:latin typeface="Century Gothic" panose="020B0502020202020204" pitchFamily="34" charset="0"/>
              </a:rPr>
              <a:t>Date</a:t>
            </a:r>
          </a:p>
        </p:txBody>
      </p:sp>
      <p:sp>
        <p:nvSpPr>
          <p:cNvPr id="52" name="Espace réservé du texte 6">
            <a:extLst>
              <a:ext uri="{FF2B5EF4-FFF2-40B4-BE49-F238E27FC236}">
                <a16:creationId xmlns:a16="http://schemas.microsoft.com/office/drawing/2014/main" id="{25717B05-C3B1-2323-7B11-DC5A50146E03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604498" y="6086091"/>
            <a:ext cx="1086305" cy="35381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algn="ctr"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>
                <a:latin typeface="Century Gothic" panose="020B0502020202020204" pitchFamily="34" charset="0"/>
              </a:rPr>
              <a:t>Date</a:t>
            </a:r>
          </a:p>
        </p:txBody>
      </p:sp>
      <p:sp>
        <p:nvSpPr>
          <p:cNvPr id="53" name="Espace réservé du texte 6">
            <a:extLst>
              <a:ext uri="{FF2B5EF4-FFF2-40B4-BE49-F238E27FC236}">
                <a16:creationId xmlns:a16="http://schemas.microsoft.com/office/drawing/2014/main" id="{00156367-AD16-DED4-9528-44168D26B8C3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3908244" y="6086091"/>
            <a:ext cx="1086305" cy="35381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algn="ctr"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>
                <a:latin typeface="Century Gothic" panose="020B0502020202020204" pitchFamily="34" charset="0"/>
              </a:rPr>
              <a:t>Date</a:t>
            </a:r>
          </a:p>
        </p:txBody>
      </p:sp>
      <p:sp>
        <p:nvSpPr>
          <p:cNvPr id="54" name="Espace réservé du texte 6">
            <a:extLst>
              <a:ext uri="{FF2B5EF4-FFF2-40B4-BE49-F238E27FC236}">
                <a16:creationId xmlns:a16="http://schemas.microsoft.com/office/drawing/2014/main" id="{583CF259-DD25-ECFA-F6D0-C12CBB75BADC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060117" y="6086091"/>
            <a:ext cx="1086305" cy="35381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algn="ctr"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>
                <a:latin typeface="Century Gothic" panose="020B0502020202020204" pitchFamily="34" charset="0"/>
              </a:rPr>
              <a:t>Date</a:t>
            </a:r>
          </a:p>
        </p:txBody>
      </p:sp>
      <p:sp>
        <p:nvSpPr>
          <p:cNvPr id="55" name="Espace réservé du texte 6">
            <a:extLst>
              <a:ext uri="{FF2B5EF4-FFF2-40B4-BE49-F238E27FC236}">
                <a16:creationId xmlns:a16="http://schemas.microsoft.com/office/drawing/2014/main" id="{46E765DF-EA36-D3BC-3007-9DE6CBCB495B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6211990" y="6086091"/>
            <a:ext cx="1086305" cy="35381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algn="ctr"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>
                <a:latin typeface="Century Gothic" panose="020B0502020202020204" pitchFamily="34" charset="0"/>
              </a:rPr>
              <a:t>Date</a:t>
            </a:r>
          </a:p>
        </p:txBody>
      </p:sp>
      <p:sp>
        <p:nvSpPr>
          <p:cNvPr id="56" name="Espace réservé du texte 6">
            <a:extLst>
              <a:ext uri="{FF2B5EF4-FFF2-40B4-BE49-F238E27FC236}">
                <a16:creationId xmlns:a16="http://schemas.microsoft.com/office/drawing/2014/main" id="{DFAF527C-3EF3-F051-8656-8749B39B0CF0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7363863" y="6086091"/>
            <a:ext cx="1086305" cy="35381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algn="ctr"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>
                <a:latin typeface="Century Gothic" panose="020B0502020202020204" pitchFamily="34" charset="0"/>
              </a:rPr>
              <a:t>Date</a:t>
            </a:r>
          </a:p>
        </p:txBody>
      </p:sp>
      <p:sp>
        <p:nvSpPr>
          <p:cNvPr id="57" name="Espace réservé du texte 6">
            <a:extLst>
              <a:ext uri="{FF2B5EF4-FFF2-40B4-BE49-F238E27FC236}">
                <a16:creationId xmlns:a16="http://schemas.microsoft.com/office/drawing/2014/main" id="{9A02672D-8AE0-85F8-1472-6A333DAAC17F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8515736" y="6086091"/>
            <a:ext cx="1086305" cy="35381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algn="ctr"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>
                <a:latin typeface="Century Gothic" panose="020B0502020202020204" pitchFamily="34" charset="0"/>
              </a:rPr>
              <a:t>Date</a:t>
            </a:r>
          </a:p>
        </p:txBody>
      </p:sp>
      <p:sp>
        <p:nvSpPr>
          <p:cNvPr id="58" name="Espace réservé du texte 6">
            <a:extLst>
              <a:ext uri="{FF2B5EF4-FFF2-40B4-BE49-F238E27FC236}">
                <a16:creationId xmlns:a16="http://schemas.microsoft.com/office/drawing/2014/main" id="{7F299967-56B9-E07B-9AEC-C0B5780FA36D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9667608" y="6086091"/>
            <a:ext cx="1086305" cy="35381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algn="ctr"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>
                <a:latin typeface="Century Gothic" panose="020B0502020202020204" pitchFamily="34" charset="0"/>
              </a:rPr>
              <a:t>Date</a:t>
            </a:r>
          </a:p>
        </p:txBody>
      </p:sp>
      <p:sp>
        <p:nvSpPr>
          <p:cNvPr id="68" name="Espace réservé du texte 6">
            <a:extLst>
              <a:ext uri="{FF2B5EF4-FFF2-40B4-BE49-F238E27FC236}">
                <a16:creationId xmlns:a16="http://schemas.microsoft.com/office/drawing/2014/main" id="{DD20B5F2-37EB-7E1C-DC63-D13ED09E1E5F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 rot="5400000">
            <a:off x="8481789" y="4124400"/>
            <a:ext cx="3425527" cy="4108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 sz="1200">
                <a:latin typeface="+mn-lt"/>
                <a:ea typeface="Poppins Regular"/>
                <a:cs typeface="Poppins Regular"/>
                <a:sym typeface="Poppins Regular"/>
              </a:rPr>
              <a:t> </a:t>
            </a:r>
          </a:p>
        </p:txBody>
      </p:sp>
      <p:sp>
        <p:nvSpPr>
          <p:cNvPr id="70" name="Espace réservé du texte 6">
            <a:extLst>
              <a:ext uri="{FF2B5EF4-FFF2-40B4-BE49-F238E27FC236}">
                <a16:creationId xmlns:a16="http://schemas.microsoft.com/office/drawing/2014/main" id="{62117E2E-CCE8-7180-5310-2B9C9649882C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 rot="5400000">
            <a:off x="7771126" y="4565211"/>
            <a:ext cx="2543903" cy="410881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 sz="1200">
                <a:latin typeface="+mn-lt"/>
                <a:ea typeface="Poppins Regular"/>
                <a:cs typeface="Poppins Regular"/>
                <a:sym typeface="Poppins Regular"/>
              </a:rPr>
              <a:t> </a:t>
            </a:r>
          </a:p>
        </p:txBody>
      </p:sp>
      <p:sp>
        <p:nvSpPr>
          <p:cNvPr id="72" name="Espace réservé du texte 6">
            <a:extLst>
              <a:ext uri="{FF2B5EF4-FFF2-40B4-BE49-F238E27FC236}">
                <a16:creationId xmlns:a16="http://schemas.microsoft.com/office/drawing/2014/main" id="{7AC3A90A-9C80-7CE9-05D0-AEF0EEA08739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 rot="5400000">
            <a:off x="1903693" y="4437793"/>
            <a:ext cx="2798738" cy="410881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 sz="1200">
                <a:latin typeface="+mn-lt"/>
                <a:ea typeface="Poppins Regular"/>
                <a:cs typeface="Poppins Regular"/>
                <a:sym typeface="Poppins Regular"/>
              </a:rPr>
              <a:t> </a:t>
            </a:r>
          </a:p>
        </p:txBody>
      </p:sp>
      <p:sp>
        <p:nvSpPr>
          <p:cNvPr id="74" name="Espace réservé du texte 6">
            <a:extLst>
              <a:ext uri="{FF2B5EF4-FFF2-40B4-BE49-F238E27FC236}">
                <a16:creationId xmlns:a16="http://schemas.microsoft.com/office/drawing/2014/main" id="{D887119F-C319-4535-2A01-BCE2744F4E13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 rot="5400000">
            <a:off x="3179113" y="4565211"/>
            <a:ext cx="2543902" cy="410881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 sz="1200">
                <a:latin typeface="+mn-lt"/>
                <a:ea typeface="Poppins Regular"/>
                <a:cs typeface="Poppins Regular"/>
                <a:sym typeface="Poppins Regular"/>
              </a:rPr>
              <a:t> </a:t>
            </a:r>
          </a:p>
        </p:txBody>
      </p:sp>
      <p:sp>
        <p:nvSpPr>
          <p:cNvPr id="76" name="Espace réservé du texte 6">
            <a:extLst>
              <a:ext uri="{FF2B5EF4-FFF2-40B4-BE49-F238E27FC236}">
                <a16:creationId xmlns:a16="http://schemas.microsoft.com/office/drawing/2014/main" id="{786DF319-7761-7FF4-350B-0E8469841E7C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 rot="5400000">
            <a:off x="4589264" y="4817256"/>
            <a:ext cx="2039811" cy="410881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 sz="1200">
                <a:latin typeface="+mn-lt"/>
                <a:ea typeface="Poppins Regular"/>
                <a:cs typeface="Poppins Regular"/>
                <a:sym typeface="Poppins Regular"/>
              </a:rPr>
              <a:t> </a:t>
            </a:r>
          </a:p>
        </p:txBody>
      </p:sp>
      <p:sp>
        <p:nvSpPr>
          <p:cNvPr id="78" name="Espace réservé du texte 6">
            <a:extLst>
              <a:ext uri="{FF2B5EF4-FFF2-40B4-BE49-F238E27FC236}">
                <a16:creationId xmlns:a16="http://schemas.microsoft.com/office/drawing/2014/main" id="{8A4BCD4E-5421-BB73-4A56-2DF5002D1046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 rot="5400000">
            <a:off x="1052002" y="4735195"/>
            <a:ext cx="2203934" cy="410881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 sz="1200">
                <a:latin typeface="+mn-lt"/>
                <a:ea typeface="Poppins Regular"/>
                <a:cs typeface="Poppins Regular"/>
                <a:sym typeface="Poppins Regular"/>
              </a:rPr>
              <a:t> </a:t>
            </a:r>
          </a:p>
        </p:txBody>
      </p:sp>
      <p:sp>
        <p:nvSpPr>
          <p:cNvPr id="80" name="Espace réservé du texte 6">
            <a:extLst>
              <a:ext uri="{FF2B5EF4-FFF2-40B4-BE49-F238E27FC236}">
                <a16:creationId xmlns:a16="http://schemas.microsoft.com/office/drawing/2014/main" id="{3BC0691C-1DD3-BAAC-87CD-3D66001B3CF4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 rot="5400000">
            <a:off x="6874805" y="4817256"/>
            <a:ext cx="2039812" cy="410881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 sz="1200">
                <a:latin typeface="+mn-lt"/>
                <a:ea typeface="Poppins Regular"/>
                <a:cs typeface="Poppins Regular"/>
                <a:sym typeface="Poppins Regular"/>
              </a:rPr>
              <a:t> </a:t>
            </a:r>
          </a:p>
        </p:txBody>
      </p:sp>
      <p:sp>
        <p:nvSpPr>
          <p:cNvPr id="82" name="Espace réservé du texte 6">
            <a:extLst>
              <a:ext uri="{FF2B5EF4-FFF2-40B4-BE49-F238E27FC236}">
                <a16:creationId xmlns:a16="http://schemas.microsoft.com/office/drawing/2014/main" id="{2F2716EE-2039-82D3-D20B-D72470FDA19B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 rot="5400000">
            <a:off x="6236124" y="5321347"/>
            <a:ext cx="1031630" cy="41088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 sz="1200">
                <a:latin typeface="+mn-lt"/>
                <a:ea typeface="Poppins Regular"/>
                <a:cs typeface="Poppins Regular"/>
                <a:sym typeface="Poppins Regular"/>
              </a:rPr>
              <a:t> </a:t>
            </a:r>
          </a:p>
        </p:txBody>
      </p:sp>
      <p:sp>
        <p:nvSpPr>
          <p:cNvPr id="3" name="Espace réservé du texte 17">
            <a:extLst>
              <a:ext uri="{FF2B5EF4-FFF2-40B4-BE49-F238E27FC236}">
                <a16:creationId xmlns:a16="http://schemas.microsoft.com/office/drawing/2014/main" id="{B2321BBF-1ED1-12E4-64F6-90B0EDB8F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975988" y="967468"/>
            <a:ext cx="3864693" cy="77820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 err="1">
                <a:latin typeface="+mn-lt"/>
              </a:rPr>
              <a:t>trouim</a:t>
            </a:r>
            <a:r>
              <a:rPr lang="fr-FR" dirty="0">
                <a:latin typeface="+mn-lt"/>
              </a:rPr>
              <a:t> </a:t>
            </a:r>
            <a:r>
              <a:rPr lang="fr-FR" dirty="0" err="1">
                <a:latin typeface="+mn-lt"/>
              </a:rPr>
              <a:t>freiuq</a:t>
            </a:r>
            <a:r>
              <a:rPr lang="fr-FR" dirty="0">
                <a:latin typeface="+mn-lt"/>
              </a:rPr>
              <a:t> </a:t>
            </a:r>
            <a:r>
              <a:rPr lang="fr-FR" dirty="0" err="1">
                <a:latin typeface="+mn-lt"/>
              </a:rPr>
              <a:t>tabhe</a:t>
            </a:r>
            <a:r>
              <a:rPr lang="fr-FR" dirty="0">
                <a:latin typeface="+mn-lt"/>
              </a:rPr>
              <a:t> </a:t>
            </a:r>
            <a:r>
              <a:rPr lang="fr-FR" dirty="0" err="1">
                <a:latin typeface="+mn-lt"/>
              </a:rPr>
              <a:t>kiuji</a:t>
            </a:r>
            <a:r>
              <a:rPr lang="fr-FR" dirty="0">
                <a:latin typeface="+mn-lt"/>
              </a:rPr>
              <a:t> </a:t>
            </a:r>
            <a:r>
              <a:rPr lang="fr-FR" dirty="0" err="1">
                <a:latin typeface="+mn-lt"/>
              </a:rPr>
              <a:t>biulum</a:t>
            </a:r>
            <a:r>
              <a:rPr lang="fr-FR" dirty="0">
                <a:latin typeface="+mn-lt"/>
              </a:rPr>
              <a:t> </a:t>
            </a:r>
            <a:r>
              <a:rPr lang="fr-FR" dirty="0" err="1">
                <a:latin typeface="+mn-lt"/>
              </a:rPr>
              <a:t>fruuntu</a:t>
            </a:r>
            <a:r>
              <a:rPr lang="fr-FR" dirty="0">
                <a:latin typeface="+mn-lt"/>
              </a:rPr>
              <a:t> </a:t>
            </a:r>
            <a:r>
              <a:rPr lang="fr-FR" dirty="0" err="1">
                <a:latin typeface="+mn-lt"/>
              </a:rPr>
              <a:t>xera</a:t>
            </a:r>
            <a:r>
              <a:rPr lang="fr-FR" dirty="0">
                <a:latin typeface="+mn-lt"/>
              </a:rPr>
              <a:t> </a:t>
            </a:r>
            <a:r>
              <a:rPr lang="fr-FR" dirty="0" err="1">
                <a:latin typeface="+mn-lt"/>
              </a:rPr>
              <a:t>diminetrium</a:t>
            </a:r>
            <a:r>
              <a:rPr lang="fr-FR" dirty="0">
                <a:latin typeface="+mn-lt"/>
              </a:rPr>
              <a:t> </a:t>
            </a:r>
            <a:r>
              <a:rPr lang="fr-FR" dirty="0" err="1">
                <a:latin typeface="+mn-lt"/>
              </a:rPr>
              <a:t>vinci</a:t>
            </a:r>
            <a:r>
              <a:rPr lang="fr-FR" dirty="0">
                <a:latin typeface="+mn-lt"/>
              </a:rPr>
              <a:t> </a:t>
            </a:r>
            <a:r>
              <a:rPr lang="fr-FR" dirty="0" err="1">
                <a:latin typeface="+mn-lt"/>
              </a:rPr>
              <a:t>cesarius</a:t>
            </a:r>
            <a:r>
              <a:rPr lang="fr-FR" dirty="0">
                <a:latin typeface="+mn-lt"/>
              </a:rPr>
              <a:t> </a:t>
            </a:r>
            <a:r>
              <a:rPr lang="fr-FR" dirty="0" err="1">
                <a:latin typeface="+mn-lt"/>
              </a:rPr>
              <a:t>huto</a:t>
            </a:r>
            <a:r>
              <a:rPr lang="fr-FR" dirty="0">
                <a:latin typeface="+mn-lt"/>
              </a:rPr>
              <a:t> gravera brutus  </a:t>
            </a:r>
            <a:r>
              <a:rPr lang="fr-FR" dirty="0" err="1">
                <a:latin typeface="+mn-lt"/>
              </a:rPr>
              <a:t>quin</a:t>
            </a:r>
            <a:r>
              <a:rPr lang="fr-FR" dirty="0">
                <a:latin typeface="+mn-lt"/>
              </a:rPr>
              <a:t> </a:t>
            </a:r>
            <a:r>
              <a:rPr lang="fr-FR" dirty="0" err="1">
                <a:latin typeface="+mn-lt"/>
              </a:rPr>
              <a:t>ot</a:t>
            </a:r>
            <a:r>
              <a:rPr lang="fr-FR" dirty="0">
                <a:latin typeface="+mn-lt"/>
              </a:rPr>
              <a:t> </a:t>
            </a:r>
            <a:r>
              <a:rPr lang="fr-FR" dirty="0" err="1">
                <a:latin typeface="+mn-lt"/>
              </a:rPr>
              <a:t>numbia</a:t>
            </a:r>
            <a:r>
              <a:rPr lang="fr-FR" dirty="0">
                <a:latin typeface="+mn-lt"/>
              </a:rPr>
              <a:t> </a:t>
            </a:r>
            <a:r>
              <a:rPr lang="fr-FR" dirty="0" err="1">
                <a:latin typeface="+mn-lt"/>
              </a:rPr>
              <a:t>fredistrouim</a:t>
            </a:r>
            <a:r>
              <a:rPr lang="fr-FR" dirty="0">
                <a:latin typeface="+mn-lt"/>
              </a:rPr>
              <a:t> </a:t>
            </a:r>
            <a:r>
              <a:rPr lang="fr-FR" dirty="0" err="1">
                <a:latin typeface="+mn-lt"/>
              </a:rPr>
              <a:t>freiuq</a:t>
            </a:r>
            <a:r>
              <a:rPr lang="fr-FR" dirty="0">
                <a:latin typeface="+mn-lt"/>
              </a:rPr>
              <a:t> </a:t>
            </a:r>
            <a:r>
              <a:rPr lang="fr-FR" dirty="0" err="1">
                <a:latin typeface="+mn-lt"/>
              </a:rPr>
              <a:t>tabhe</a:t>
            </a:r>
            <a:r>
              <a:rPr lang="fr-FR" dirty="0">
                <a:latin typeface="+mn-lt"/>
              </a:rPr>
              <a:t> </a:t>
            </a:r>
            <a:r>
              <a:rPr lang="fr-FR" dirty="0" err="1">
                <a:latin typeface="+mn-lt"/>
              </a:rPr>
              <a:t>kiuji</a:t>
            </a:r>
            <a:r>
              <a:rPr lang="fr-FR" dirty="0">
                <a:latin typeface="+mn-lt"/>
              </a:rPr>
              <a:t> </a:t>
            </a:r>
            <a:r>
              <a:rPr lang="fr-FR" dirty="0" err="1">
                <a:latin typeface="+mn-lt"/>
              </a:rPr>
              <a:t>biulum</a:t>
            </a:r>
            <a:r>
              <a:rPr lang="fr-FR" dirty="0">
                <a:latin typeface="+mn-lt"/>
              </a:rPr>
              <a:t>.</a:t>
            </a:r>
            <a:endParaRPr lang="fr-FR" dirty="0"/>
          </a:p>
        </p:txBody>
      </p:sp>
      <p:sp>
        <p:nvSpPr>
          <p:cNvPr id="13" name="Espace réservé du texte 22">
            <a:extLst>
              <a:ext uri="{FF2B5EF4-FFF2-40B4-BE49-F238E27FC236}">
                <a16:creationId xmlns:a16="http://schemas.microsoft.com/office/drawing/2014/main" id="{E362A1F8-6A2E-0725-D74D-C461D1269ECC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571587" y="2809653"/>
            <a:ext cx="1086306" cy="247051"/>
          </a:xfrm>
        </p:spPr>
        <p:txBody>
          <a:bodyPr/>
          <a:lstStyle>
            <a:lvl1pPr marL="0" indent="0" algn="r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sz="1200">
                <a:latin typeface="Century Gothic" panose="020B0502020202020204" pitchFamily="34" charset="0"/>
              </a:rPr>
              <a:t>Mesure</a:t>
            </a:r>
          </a:p>
        </p:txBody>
      </p:sp>
      <p:sp>
        <p:nvSpPr>
          <p:cNvPr id="15" name="Espace réservé du texte 22">
            <a:extLst>
              <a:ext uri="{FF2B5EF4-FFF2-40B4-BE49-F238E27FC236}">
                <a16:creationId xmlns:a16="http://schemas.microsoft.com/office/drawing/2014/main" id="{34826112-8FAB-4990-CB5C-9F6FB827F3D1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571587" y="3821107"/>
            <a:ext cx="1086306" cy="247051"/>
          </a:xfrm>
        </p:spPr>
        <p:txBody>
          <a:bodyPr/>
          <a:lstStyle>
            <a:lvl1pPr marL="0" indent="0" algn="r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sz="1200">
                <a:latin typeface="Century Gothic" panose="020B0502020202020204" pitchFamily="34" charset="0"/>
              </a:rPr>
              <a:t>Mesure</a:t>
            </a:r>
          </a:p>
        </p:txBody>
      </p:sp>
      <p:sp>
        <p:nvSpPr>
          <p:cNvPr id="17" name="Espace réservé du texte 22">
            <a:extLst>
              <a:ext uri="{FF2B5EF4-FFF2-40B4-BE49-F238E27FC236}">
                <a16:creationId xmlns:a16="http://schemas.microsoft.com/office/drawing/2014/main" id="{84EED34A-BB33-C045-1889-95F10ACB58EF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571587" y="4832561"/>
            <a:ext cx="1086306" cy="247051"/>
          </a:xfrm>
        </p:spPr>
        <p:txBody>
          <a:bodyPr/>
          <a:lstStyle>
            <a:lvl1pPr marL="0" indent="0" algn="r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sz="1200">
                <a:latin typeface="Century Gothic" panose="020B0502020202020204" pitchFamily="34" charset="0"/>
              </a:rPr>
              <a:t>Mesure</a:t>
            </a:r>
          </a:p>
        </p:txBody>
      </p:sp>
      <p:sp>
        <p:nvSpPr>
          <p:cNvPr id="25" name="Espace réservé du texte 6">
            <a:extLst>
              <a:ext uri="{FF2B5EF4-FFF2-40B4-BE49-F238E27FC236}">
                <a16:creationId xmlns:a16="http://schemas.microsoft.com/office/drawing/2014/main" id="{FAC473B2-621E-E46E-364D-D58C44A405D3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 rot="5400000">
            <a:off x="854026" y="4187408"/>
            <a:ext cx="3742744" cy="18000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 sz="1200">
                <a:latin typeface="+mn-lt"/>
                <a:ea typeface="Poppins Regular"/>
                <a:cs typeface="Poppins Regular"/>
                <a:sym typeface="Poppins Regular"/>
              </a:rPr>
              <a:t> </a:t>
            </a:r>
          </a:p>
        </p:txBody>
      </p:sp>
      <p:sp>
        <p:nvSpPr>
          <p:cNvPr id="26" name="Espace réservé du texte 6">
            <a:extLst>
              <a:ext uri="{FF2B5EF4-FFF2-40B4-BE49-F238E27FC236}">
                <a16:creationId xmlns:a16="http://schemas.microsoft.com/office/drawing/2014/main" id="{4422593B-8890-1089-CEA4-BA1783AF48A9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 rot="5400000">
            <a:off x="2024158" y="4187408"/>
            <a:ext cx="3742744" cy="18000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 sz="1200">
                <a:latin typeface="+mn-lt"/>
                <a:ea typeface="Poppins Regular"/>
                <a:cs typeface="Poppins Regular"/>
                <a:sym typeface="Poppins Regular"/>
              </a:rPr>
              <a:t> </a:t>
            </a:r>
          </a:p>
        </p:txBody>
      </p:sp>
      <p:sp>
        <p:nvSpPr>
          <p:cNvPr id="27" name="Espace réservé du texte 6">
            <a:extLst>
              <a:ext uri="{FF2B5EF4-FFF2-40B4-BE49-F238E27FC236}">
                <a16:creationId xmlns:a16="http://schemas.microsoft.com/office/drawing/2014/main" id="{38C4B238-9688-9187-34B3-38C70F98CE21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 rot="5400000">
            <a:off x="3188745" y="4196564"/>
            <a:ext cx="3742744" cy="18000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 sz="1200">
                <a:latin typeface="+mn-lt"/>
                <a:ea typeface="Poppins Regular"/>
                <a:cs typeface="Poppins Regular"/>
                <a:sym typeface="Poppins Regular"/>
              </a:rPr>
              <a:t> </a:t>
            </a:r>
          </a:p>
        </p:txBody>
      </p:sp>
      <p:sp>
        <p:nvSpPr>
          <p:cNvPr id="28" name="Espace réservé du texte 6">
            <a:extLst>
              <a:ext uri="{FF2B5EF4-FFF2-40B4-BE49-F238E27FC236}">
                <a16:creationId xmlns:a16="http://schemas.microsoft.com/office/drawing/2014/main" id="{8F2B560E-9539-BAE4-C1CD-B06725B00AB1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 rot="5400000">
            <a:off x="4353040" y="4191044"/>
            <a:ext cx="3742744" cy="18000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 sz="1200">
                <a:latin typeface="+mn-lt"/>
                <a:ea typeface="Poppins Regular"/>
                <a:cs typeface="Poppins Regular"/>
                <a:sym typeface="Poppins Regular"/>
              </a:rPr>
              <a:t> </a:t>
            </a:r>
          </a:p>
        </p:txBody>
      </p:sp>
      <p:sp>
        <p:nvSpPr>
          <p:cNvPr id="29" name="Espace réservé du texte 6">
            <a:extLst>
              <a:ext uri="{FF2B5EF4-FFF2-40B4-BE49-F238E27FC236}">
                <a16:creationId xmlns:a16="http://schemas.microsoft.com/office/drawing/2014/main" id="{B08E1FC2-D4EE-9A3B-1805-0C14AAB47544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 rot="5400000">
            <a:off x="5517335" y="4183975"/>
            <a:ext cx="3742744" cy="18000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 sz="1200">
                <a:latin typeface="+mn-lt"/>
                <a:ea typeface="Poppins Regular"/>
                <a:cs typeface="Poppins Regular"/>
                <a:sym typeface="Poppins Regular"/>
              </a:rPr>
              <a:t> </a:t>
            </a:r>
          </a:p>
        </p:txBody>
      </p:sp>
      <p:sp>
        <p:nvSpPr>
          <p:cNvPr id="30" name="Espace réservé du texte 6">
            <a:extLst>
              <a:ext uri="{FF2B5EF4-FFF2-40B4-BE49-F238E27FC236}">
                <a16:creationId xmlns:a16="http://schemas.microsoft.com/office/drawing/2014/main" id="{74501033-E251-46E6-78DC-3FA05E36734A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 rot="5400000">
            <a:off x="6681630" y="4191044"/>
            <a:ext cx="3742744" cy="18000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 sz="1200">
                <a:latin typeface="+mn-lt"/>
                <a:ea typeface="Poppins Regular"/>
                <a:cs typeface="Poppins Regular"/>
                <a:sym typeface="Poppins Regular"/>
              </a:rPr>
              <a:t> </a:t>
            </a:r>
          </a:p>
        </p:txBody>
      </p:sp>
      <p:sp>
        <p:nvSpPr>
          <p:cNvPr id="31" name="Espace réservé du texte 6">
            <a:extLst>
              <a:ext uri="{FF2B5EF4-FFF2-40B4-BE49-F238E27FC236}">
                <a16:creationId xmlns:a16="http://schemas.microsoft.com/office/drawing/2014/main" id="{A6697635-871C-9585-E77B-2DB1758CE1F9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 rot="5400000">
            <a:off x="7842481" y="4191044"/>
            <a:ext cx="3742744" cy="18000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 sz="1200">
                <a:latin typeface="+mn-lt"/>
                <a:ea typeface="Poppins Regular"/>
                <a:cs typeface="Poppins Regular"/>
                <a:sym typeface="Poppins Regular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6342231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qu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ce réservé du texte 6">
            <a:extLst>
              <a:ext uri="{FF2B5EF4-FFF2-40B4-BE49-F238E27FC236}">
                <a16:creationId xmlns:a16="http://schemas.microsoft.com/office/drawing/2014/main" id="{45F9E7C6-781B-4B58-EBBF-87042806A66A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 rot="5400000">
            <a:off x="6395014" y="4292141"/>
            <a:ext cx="3742744" cy="18000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 sz="1200">
                <a:latin typeface="+mn-lt"/>
                <a:ea typeface="Poppins Regular"/>
                <a:cs typeface="Poppins Regular"/>
                <a:sym typeface="Poppins Regular"/>
              </a:rPr>
              <a:t> </a:t>
            </a:r>
          </a:p>
        </p:txBody>
      </p:sp>
      <p:sp>
        <p:nvSpPr>
          <p:cNvPr id="23" name="Espace réservé du texte 6">
            <a:extLst>
              <a:ext uri="{FF2B5EF4-FFF2-40B4-BE49-F238E27FC236}">
                <a16:creationId xmlns:a16="http://schemas.microsoft.com/office/drawing/2014/main" id="{6602167A-0793-D5CF-EA5D-CAB03745D893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 rot="5400000">
            <a:off x="7555964" y="4283674"/>
            <a:ext cx="3742744" cy="18000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 sz="1200">
                <a:latin typeface="+mn-lt"/>
                <a:ea typeface="Poppins Regular"/>
                <a:cs typeface="Poppins Regular"/>
                <a:sym typeface="Poppins Regular"/>
              </a:rPr>
              <a:t> </a:t>
            </a:r>
          </a:p>
        </p:txBody>
      </p:sp>
      <p:sp>
        <p:nvSpPr>
          <p:cNvPr id="24" name="Espace réservé du texte 6">
            <a:extLst>
              <a:ext uri="{FF2B5EF4-FFF2-40B4-BE49-F238E27FC236}">
                <a16:creationId xmlns:a16="http://schemas.microsoft.com/office/drawing/2014/main" id="{897472D0-FACF-F14E-50BC-2486CD18C2A3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 rot="5400000">
            <a:off x="8716554" y="4283674"/>
            <a:ext cx="3742744" cy="18000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 sz="1200">
                <a:latin typeface="+mn-lt"/>
                <a:ea typeface="Poppins Regular"/>
                <a:cs typeface="Poppins Regular"/>
                <a:sym typeface="Poppins Regular"/>
              </a:rPr>
              <a:t> </a:t>
            </a:r>
          </a:p>
        </p:txBody>
      </p:sp>
      <p:sp>
        <p:nvSpPr>
          <p:cNvPr id="25" name="Espace réservé du texte 6">
            <a:extLst>
              <a:ext uri="{FF2B5EF4-FFF2-40B4-BE49-F238E27FC236}">
                <a16:creationId xmlns:a16="http://schemas.microsoft.com/office/drawing/2014/main" id="{52AB0DB5-CE62-4CF5-18B8-ABE3EAF5610B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 rot="5400000">
            <a:off x="584637" y="4283675"/>
            <a:ext cx="3742744" cy="18000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 sz="1200">
                <a:latin typeface="+mn-lt"/>
                <a:ea typeface="Poppins Regular"/>
                <a:cs typeface="Poppins Regular"/>
                <a:sym typeface="Poppins Regular"/>
              </a:rPr>
              <a:t> </a:t>
            </a:r>
          </a:p>
        </p:txBody>
      </p:sp>
      <p:sp>
        <p:nvSpPr>
          <p:cNvPr id="26" name="Espace réservé du texte 6">
            <a:extLst>
              <a:ext uri="{FF2B5EF4-FFF2-40B4-BE49-F238E27FC236}">
                <a16:creationId xmlns:a16="http://schemas.microsoft.com/office/drawing/2014/main" id="{5C439223-682C-D698-7BD5-F7A6CE49F555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 rot="5400000">
            <a:off x="1752578" y="4283675"/>
            <a:ext cx="3742744" cy="18000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 sz="1200">
                <a:latin typeface="+mn-lt"/>
                <a:ea typeface="Poppins Regular"/>
                <a:cs typeface="Poppins Regular"/>
                <a:sym typeface="Poppins Regular"/>
              </a:rPr>
              <a:t> </a:t>
            </a:r>
          </a:p>
        </p:txBody>
      </p:sp>
      <p:sp>
        <p:nvSpPr>
          <p:cNvPr id="27" name="Espace réservé du texte 6">
            <a:extLst>
              <a:ext uri="{FF2B5EF4-FFF2-40B4-BE49-F238E27FC236}">
                <a16:creationId xmlns:a16="http://schemas.microsoft.com/office/drawing/2014/main" id="{83D8AEB5-8B5B-A24B-D244-10408D768BDC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 rot="5400000">
            <a:off x="2912252" y="4283675"/>
            <a:ext cx="3742744" cy="18000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 sz="1200">
                <a:latin typeface="+mn-lt"/>
                <a:ea typeface="Poppins Regular"/>
                <a:cs typeface="Poppins Regular"/>
                <a:sym typeface="Poppins Regular"/>
              </a:rPr>
              <a:t> </a:t>
            </a:r>
          </a:p>
        </p:txBody>
      </p:sp>
      <p:sp>
        <p:nvSpPr>
          <p:cNvPr id="28" name="Espace réservé du texte 6">
            <a:extLst>
              <a:ext uri="{FF2B5EF4-FFF2-40B4-BE49-F238E27FC236}">
                <a16:creationId xmlns:a16="http://schemas.microsoft.com/office/drawing/2014/main" id="{20533D7C-5529-554C-E51D-1F2B082158A6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 rot="5400000">
            <a:off x="4071620" y="4292141"/>
            <a:ext cx="3742744" cy="18000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 sz="1200">
                <a:latin typeface="+mn-lt"/>
                <a:ea typeface="Poppins Regular"/>
                <a:cs typeface="Poppins Regular"/>
                <a:sym typeface="Poppins Regular"/>
              </a:rPr>
              <a:t> </a:t>
            </a:r>
          </a:p>
        </p:txBody>
      </p:sp>
      <p:sp>
        <p:nvSpPr>
          <p:cNvPr id="29" name="Espace réservé du texte 6">
            <a:extLst>
              <a:ext uri="{FF2B5EF4-FFF2-40B4-BE49-F238E27FC236}">
                <a16:creationId xmlns:a16="http://schemas.microsoft.com/office/drawing/2014/main" id="{40152B54-B48F-2C54-7F3C-7C5BB792660A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 rot="5400000">
            <a:off x="5233369" y="4283674"/>
            <a:ext cx="3742744" cy="18000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 sz="1200">
                <a:latin typeface="+mn-lt"/>
                <a:ea typeface="Poppins Regular"/>
                <a:cs typeface="Poppins Regular"/>
                <a:sym typeface="Poppins Regular"/>
              </a:rPr>
              <a:t> </a:t>
            </a:r>
          </a:p>
        </p:txBody>
      </p:sp>
      <p:sp>
        <p:nvSpPr>
          <p:cNvPr id="6" name="Espace réservé du texte 6">
            <a:extLst>
              <a:ext uri="{FF2B5EF4-FFF2-40B4-BE49-F238E27FC236}">
                <a16:creationId xmlns:a16="http://schemas.microsoft.com/office/drawing/2014/main" id="{A1704AFD-C492-D671-E514-44FFA9AEEE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2980" y="383058"/>
            <a:ext cx="5088133" cy="2470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1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/>
              <a:t>TITRE DE LA RUBRIQUE</a:t>
            </a: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8EF8BE1C-F345-739A-0694-1168668469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9875" y="936286"/>
            <a:ext cx="5044736" cy="1127738"/>
          </a:xfrm>
          <a:prstGeom prst="rect">
            <a:avLst/>
          </a:prstGeom>
        </p:spPr>
        <p:txBody>
          <a:bodyPr anchor="t">
            <a:noAutofit/>
          </a:bodyPr>
          <a:lstStyle/>
          <a:p>
            <a:r>
              <a:rPr lang="fr-FR"/>
              <a:t>Titre de la slide</a:t>
            </a:r>
          </a:p>
        </p:txBody>
      </p:sp>
      <p:sp>
        <p:nvSpPr>
          <p:cNvPr id="46" name="Espace réservé du texte 6">
            <a:extLst>
              <a:ext uri="{FF2B5EF4-FFF2-40B4-BE49-F238E27FC236}">
                <a16:creationId xmlns:a16="http://schemas.microsoft.com/office/drawing/2014/main" id="{EA55D4B9-7EDD-64B6-18CF-7481161F4B20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2495743" y="2421302"/>
            <a:ext cx="1086305" cy="35381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algn="ctr"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>
                <a:latin typeface="Century Gothic" panose="020B0502020202020204" pitchFamily="34" charset="0"/>
              </a:rPr>
              <a:t>Date</a:t>
            </a:r>
          </a:p>
        </p:txBody>
      </p:sp>
      <p:sp>
        <p:nvSpPr>
          <p:cNvPr id="47" name="Espace réservé du texte 6">
            <a:extLst>
              <a:ext uri="{FF2B5EF4-FFF2-40B4-BE49-F238E27FC236}">
                <a16:creationId xmlns:a16="http://schemas.microsoft.com/office/drawing/2014/main" id="{95B78DB3-732B-28F7-E346-D2A28499255B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3661966" y="2421302"/>
            <a:ext cx="1086305" cy="35381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algn="ctr"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>
                <a:latin typeface="Century Gothic" panose="020B0502020202020204" pitchFamily="34" charset="0"/>
              </a:rPr>
              <a:t>Date</a:t>
            </a:r>
          </a:p>
        </p:txBody>
      </p:sp>
      <p:sp>
        <p:nvSpPr>
          <p:cNvPr id="48" name="Espace réservé du texte 6">
            <a:extLst>
              <a:ext uri="{FF2B5EF4-FFF2-40B4-BE49-F238E27FC236}">
                <a16:creationId xmlns:a16="http://schemas.microsoft.com/office/drawing/2014/main" id="{2B38940F-21F2-DE7E-E576-99353294725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4823370" y="2421302"/>
            <a:ext cx="1086305" cy="35381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algn="ctr"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>
                <a:latin typeface="Century Gothic" panose="020B0502020202020204" pitchFamily="34" charset="0"/>
              </a:rPr>
              <a:t>Date</a:t>
            </a:r>
          </a:p>
        </p:txBody>
      </p:sp>
      <p:sp>
        <p:nvSpPr>
          <p:cNvPr id="49" name="Espace réservé du texte 6">
            <a:extLst>
              <a:ext uri="{FF2B5EF4-FFF2-40B4-BE49-F238E27FC236}">
                <a16:creationId xmlns:a16="http://schemas.microsoft.com/office/drawing/2014/main" id="{0467F00D-6593-58E2-08F5-BAACA52EF3AA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980895" y="2421302"/>
            <a:ext cx="1086305" cy="35381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algn="ctr"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>
                <a:latin typeface="Century Gothic" panose="020B0502020202020204" pitchFamily="34" charset="0"/>
              </a:rPr>
              <a:t>Date</a:t>
            </a:r>
          </a:p>
        </p:txBody>
      </p:sp>
      <p:sp>
        <p:nvSpPr>
          <p:cNvPr id="50" name="Espace réservé du texte 6">
            <a:extLst>
              <a:ext uri="{FF2B5EF4-FFF2-40B4-BE49-F238E27FC236}">
                <a16:creationId xmlns:a16="http://schemas.microsoft.com/office/drawing/2014/main" id="{20B2A6E1-7B57-4A97-A4A2-BBE69058D02A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7137908" y="2421302"/>
            <a:ext cx="1086305" cy="35381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algn="ctr"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>
                <a:latin typeface="Century Gothic" panose="020B0502020202020204" pitchFamily="34" charset="0"/>
              </a:rPr>
              <a:t>Date</a:t>
            </a:r>
          </a:p>
        </p:txBody>
      </p:sp>
      <p:sp>
        <p:nvSpPr>
          <p:cNvPr id="51" name="Espace réservé du texte 6">
            <a:extLst>
              <a:ext uri="{FF2B5EF4-FFF2-40B4-BE49-F238E27FC236}">
                <a16:creationId xmlns:a16="http://schemas.microsoft.com/office/drawing/2014/main" id="{CC556C1B-AF56-8720-85BE-3CF6BAD38D82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8303705" y="2421302"/>
            <a:ext cx="1086305" cy="35381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algn="ctr"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>
                <a:latin typeface="Century Gothic" panose="020B0502020202020204" pitchFamily="34" charset="0"/>
              </a:rPr>
              <a:t>Date</a:t>
            </a:r>
          </a:p>
        </p:txBody>
      </p:sp>
      <p:sp>
        <p:nvSpPr>
          <p:cNvPr id="52" name="Espace réservé du texte 6">
            <a:extLst>
              <a:ext uri="{FF2B5EF4-FFF2-40B4-BE49-F238E27FC236}">
                <a16:creationId xmlns:a16="http://schemas.microsoft.com/office/drawing/2014/main" id="{C038E925-59F8-C2FF-C595-080A7ED85E57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9465109" y="2421302"/>
            <a:ext cx="1086305" cy="35381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algn="ctr"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>
                <a:latin typeface="Century Gothic" panose="020B0502020202020204" pitchFamily="34" charset="0"/>
              </a:rPr>
              <a:t>Date</a:t>
            </a:r>
          </a:p>
        </p:txBody>
      </p:sp>
      <p:sp>
        <p:nvSpPr>
          <p:cNvPr id="62" name="Espace réservé du texte 6">
            <a:extLst>
              <a:ext uri="{FF2B5EF4-FFF2-40B4-BE49-F238E27FC236}">
                <a16:creationId xmlns:a16="http://schemas.microsoft.com/office/drawing/2014/main" id="{CC6F7A51-EFCE-EF32-7BF2-DEC52BD6F2E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464078" y="2831578"/>
            <a:ext cx="2312260" cy="410881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 sz="1400">
                <a:latin typeface="+mn-lt"/>
                <a:ea typeface="Poppins Regular"/>
                <a:cs typeface="Poppins Regular"/>
                <a:sym typeface="Poppins Regular"/>
              </a:rPr>
              <a:t>Texte</a:t>
            </a:r>
            <a:endParaRPr lang="fr-FR" sz="1200">
              <a:latin typeface="+mn-lt"/>
              <a:ea typeface="Poppins Regular"/>
              <a:cs typeface="Poppins Regular"/>
              <a:sym typeface="Poppins Regular"/>
            </a:endParaRPr>
          </a:p>
        </p:txBody>
      </p:sp>
      <p:sp>
        <p:nvSpPr>
          <p:cNvPr id="64" name="Espace réservé du texte 6">
            <a:extLst>
              <a:ext uri="{FF2B5EF4-FFF2-40B4-BE49-F238E27FC236}">
                <a16:creationId xmlns:a16="http://schemas.microsoft.com/office/drawing/2014/main" id="{AB858FD9-02DF-34C1-6F10-E2C55499E0A5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3615589" y="3825033"/>
            <a:ext cx="3501579" cy="4108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 sz="1400">
                <a:latin typeface="+mn-lt"/>
                <a:ea typeface="Poppins Regular"/>
                <a:cs typeface="Poppins Regular"/>
                <a:sym typeface="Poppins Regular"/>
              </a:rPr>
              <a:t>Texte</a:t>
            </a:r>
            <a:endParaRPr lang="fr-FR" sz="1200">
              <a:latin typeface="+mn-lt"/>
              <a:ea typeface="Poppins Regular"/>
              <a:cs typeface="Poppins Regular"/>
              <a:sym typeface="Poppins Regular"/>
            </a:endParaRPr>
          </a:p>
        </p:txBody>
      </p:sp>
      <p:sp>
        <p:nvSpPr>
          <p:cNvPr id="66" name="Espace réservé du texte 6">
            <a:extLst>
              <a:ext uri="{FF2B5EF4-FFF2-40B4-BE49-F238E27FC236}">
                <a16:creationId xmlns:a16="http://schemas.microsoft.com/office/drawing/2014/main" id="{5B21E092-E481-E48A-649B-60AA436BDD0F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2471830" y="4818488"/>
            <a:ext cx="1136293" cy="410881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 sz="1400">
                <a:latin typeface="+mn-lt"/>
                <a:ea typeface="Poppins Regular"/>
                <a:cs typeface="Poppins Regular"/>
                <a:sym typeface="Poppins Regular"/>
              </a:rPr>
              <a:t>Texte</a:t>
            </a:r>
            <a:endParaRPr lang="fr-FR" sz="1200">
              <a:latin typeface="+mn-lt"/>
              <a:ea typeface="Poppins Regular"/>
              <a:cs typeface="Poppins Regular"/>
              <a:sym typeface="Poppins Regular"/>
            </a:endParaRPr>
          </a:p>
        </p:txBody>
      </p:sp>
      <p:sp>
        <p:nvSpPr>
          <p:cNvPr id="68" name="Espace réservé du texte 6">
            <a:extLst>
              <a:ext uri="{FF2B5EF4-FFF2-40B4-BE49-F238E27FC236}">
                <a16:creationId xmlns:a16="http://schemas.microsoft.com/office/drawing/2014/main" id="{9865C4EA-9F20-3EFE-5E59-11867DE891F6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7129864" y="4818488"/>
            <a:ext cx="1136293" cy="410881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 sz="1400">
                <a:latin typeface="+mn-lt"/>
                <a:ea typeface="Poppins Regular"/>
                <a:cs typeface="Poppins Regular"/>
                <a:sym typeface="Poppins Regular"/>
              </a:rPr>
              <a:t>Texte</a:t>
            </a:r>
            <a:endParaRPr lang="fr-FR" sz="1200">
              <a:latin typeface="+mn-lt"/>
              <a:ea typeface="Poppins Regular"/>
              <a:cs typeface="Poppins Regular"/>
              <a:sym typeface="Poppins Regular"/>
            </a:endParaRPr>
          </a:p>
        </p:txBody>
      </p:sp>
      <p:sp>
        <p:nvSpPr>
          <p:cNvPr id="70" name="Espace réservé du texte 6">
            <a:extLst>
              <a:ext uri="{FF2B5EF4-FFF2-40B4-BE49-F238E27FC236}">
                <a16:creationId xmlns:a16="http://schemas.microsoft.com/office/drawing/2014/main" id="{566F3FDD-6096-B83A-59C0-2CDD358BBFF0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5943326" y="5753165"/>
            <a:ext cx="4645627" cy="410881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 sz="1400">
                <a:latin typeface="+mn-lt"/>
                <a:ea typeface="Poppins Regular"/>
                <a:cs typeface="Poppins Regular"/>
                <a:sym typeface="Poppins Regular"/>
              </a:rPr>
              <a:t>Texte</a:t>
            </a:r>
            <a:endParaRPr lang="fr-FR" sz="1200">
              <a:latin typeface="+mn-lt"/>
              <a:ea typeface="Poppins Regular"/>
              <a:cs typeface="Poppins Regular"/>
              <a:sym typeface="Poppins Regular"/>
            </a:endParaRPr>
          </a:p>
        </p:txBody>
      </p:sp>
      <p:sp>
        <p:nvSpPr>
          <p:cNvPr id="3" name="Espace réservé du texte 17">
            <a:extLst>
              <a:ext uri="{FF2B5EF4-FFF2-40B4-BE49-F238E27FC236}">
                <a16:creationId xmlns:a16="http://schemas.microsoft.com/office/drawing/2014/main" id="{75E95863-F58D-D106-839C-A7E960AF652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975988" y="967468"/>
            <a:ext cx="3864693" cy="77820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err="1">
                <a:latin typeface="+mn-lt"/>
              </a:rPr>
              <a:t>trouim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freiuq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tabhe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kiuji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biulum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fruuntu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xera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diminetrium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vinci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cesarius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huto</a:t>
            </a:r>
            <a:r>
              <a:rPr lang="fr-FR">
                <a:latin typeface="+mn-lt"/>
              </a:rPr>
              <a:t> gravera brutus  </a:t>
            </a:r>
            <a:r>
              <a:rPr lang="fr-FR" err="1">
                <a:latin typeface="+mn-lt"/>
              </a:rPr>
              <a:t>quin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ot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numbia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fredistrouim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freiuq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tabhe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kiuji</a:t>
            </a:r>
            <a:r>
              <a:rPr lang="fr-FR">
                <a:latin typeface="+mn-lt"/>
              </a:rPr>
              <a:t> </a:t>
            </a:r>
            <a:r>
              <a:rPr lang="fr-FR" err="1">
                <a:latin typeface="+mn-lt"/>
              </a:rPr>
              <a:t>biulum</a:t>
            </a:r>
            <a:r>
              <a:rPr lang="fr-FR">
                <a:latin typeface="+mn-lt"/>
              </a:rPr>
              <a:t>.</a:t>
            </a:r>
            <a:endParaRPr lang="fr-FR"/>
          </a:p>
        </p:txBody>
      </p:sp>
      <p:sp>
        <p:nvSpPr>
          <p:cNvPr id="33" name="Espace réservé du texte 22">
            <a:extLst>
              <a:ext uri="{FF2B5EF4-FFF2-40B4-BE49-F238E27FC236}">
                <a16:creationId xmlns:a16="http://schemas.microsoft.com/office/drawing/2014/main" id="{E2D8481D-6CB6-4D57-2595-5ECEBA9D14C6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1074571" y="2907868"/>
            <a:ext cx="1086306" cy="247051"/>
          </a:xfrm>
        </p:spPr>
        <p:txBody>
          <a:bodyPr/>
          <a:lstStyle>
            <a:lvl1pPr marL="0" indent="0" algn="r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sz="1200">
                <a:latin typeface="Century Gothic" panose="020B0502020202020204" pitchFamily="34" charset="0"/>
              </a:rPr>
              <a:t>Mesure</a:t>
            </a:r>
          </a:p>
        </p:txBody>
      </p:sp>
      <p:sp>
        <p:nvSpPr>
          <p:cNvPr id="34" name="Espace réservé du texte 22">
            <a:extLst>
              <a:ext uri="{FF2B5EF4-FFF2-40B4-BE49-F238E27FC236}">
                <a16:creationId xmlns:a16="http://schemas.microsoft.com/office/drawing/2014/main" id="{AF3D57A3-D2BA-86E7-0284-F6D26233F26B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1074571" y="3910910"/>
            <a:ext cx="1086306" cy="247051"/>
          </a:xfrm>
        </p:spPr>
        <p:txBody>
          <a:bodyPr/>
          <a:lstStyle>
            <a:lvl1pPr marL="0" indent="0" algn="r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sz="1200">
                <a:latin typeface="Century Gothic" panose="020B0502020202020204" pitchFamily="34" charset="0"/>
              </a:rPr>
              <a:t>Mesure</a:t>
            </a:r>
          </a:p>
        </p:txBody>
      </p:sp>
      <p:sp>
        <p:nvSpPr>
          <p:cNvPr id="35" name="Espace réservé du texte 22">
            <a:extLst>
              <a:ext uri="{FF2B5EF4-FFF2-40B4-BE49-F238E27FC236}">
                <a16:creationId xmlns:a16="http://schemas.microsoft.com/office/drawing/2014/main" id="{1C6AA398-FACE-A90C-92F1-E4D5307859AB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1074571" y="4913952"/>
            <a:ext cx="1086306" cy="247051"/>
          </a:xfrm>
        </p:spPr>
        <p:txBody>
          <a:bodyPr/>
          <a:lstStyle>
            <a:lvl1pPr marL="0" indent="0" algn="r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sz="1200">
                <a:latin typeface="Century Gothic" panose="020B0502020202020204" pitchFamily="34" charset="0"/>
              </a:rPr>
              <a:t>Mesure</a:t>
            </a:r>
          </a:p>
        </p:txBody>
      </p:sp>
      <p:sp>
        <p:nvSpPr>
          <p:cNvPr id="37" name="Espace réservé du texte 22">
            <a:extLst>
              <a:ext uri="{FF2B5EF4-FFF2-40B4-BE49-F238E27FC236}">
                <a16:creationId xmlns:a16="http://schemas.microsoft.com/office/drawing/2014/main" id="{B8CF7DC8-5BDE-53F4-CBA7-0A85AF1C70F4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1074571" y="5916995"/>
            <a:ext cx="1086306" cy="247051"/>
          </a:xfrm>
        </p:spPr>
        <p:txBody>
          <a:bodyPr/>
          <a:lstStyle>
            <a:lvl1pPr marL="0" indent="0" algn="r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sz="1200">
                <a:latin typeface="Century Gothic" panose="020B0502020202020204" pitchFamily="34" charset="0"/>
              </a:rPr>
              <a:t>Mesure</a:t>
            </a:r>
          </a:p>
        </p:txBody>
      </p:sp>
    </p:spTree>
    <p:extLst>
      <p:ext uri="{BB962C8B-B14F-4D97-AF65-F5344CB8AC3E}">
        <p14:creationId xmlns:p14="http://schemas.microsoft.com/office/powerpoint/2010/main" val="236550762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iffres clés + graphiq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6">
            <a:extLst>
              <a:ext uri="{FF2B5EF4-FFF2-40B4-BE49-F238E27FC236}">
                <a16:creationId xmlns:a16="http://schemas.microsoft.com/office/drawing/2014/main" id="{D198EDD4-2B7F-3211-6F12-90AD20CF16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2980" y="383058"/>
            <a:ext cx="5088133" cy="2470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1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/>
              <a:t>TITRE DE LA RUBRIQUE</a:t>
            </a: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1C334B88-5259-74E2-3F5C-31A405DEED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9874" y="936286"/>
            <a:ext cx="9745726" cy="661988"/>
          </a:xfrm>
          <a:prstGeom prst="rect">
            <a:avLst/>
          </a:prstGeom>
        </p:spPr>
        <p:txBody>
          <a:bodyPr anchor="t">
            <a:noAutofit/>
          </a:bodyPr>
          <a:lstStyle/>
          <a:p>
            <a:r>
              <a:rPr lang="fr-FR" dirty="0"/>
              <a:t>Titre de la slide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C1A49182-D04B-49A2-49FB-E7D89D3B7180}"/>
              </a:ext>
            </a:extLst>
          </p:cNvPr>
          <p:cNvSpPr/>
          <p:nvPr userDrawn="1"/>
        </p:nvSpPr>
        <p:spPr>
          <a:xfrm>
            <a:off x="4928839" y="1904451"/>
            <a:ext cx="6619266" cy="6213636"/>
          </a:xfrm>
          <a:prstGeom prst="roundRect">
            <a:avLst>
              <a:gd name="adj" fmla="val 1041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Espace réservé du texte 6">
            <a:extLst>
              <a:ext uri="{FF2B5EF4-FFF2-40B4-BE49-F238E27FC236}">
                <a16:creationId xmlns:a16="http://schemas.microsoft.com/office/drawing/2014/main" id="{1BE9367B-C7C2-F10A-180F-D58C084A93B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75093" y="3104084"/>
            <a:ext cx="1932776" cy="64983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algn="ctr"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 dirty="0">
                <a:latin typeface="Century Gothic" panose="020B0502020202020204" pitchFamily="34" charset="0"/>
              </a:rPr>
              <a:t>  </a:t>
            </a:r>
            <a:r>
              <a:rPr lang="fr-FR" dirty="0" err="1">
                <a:latin typeface="Century Gothic" panose="020B0502020202020204" pitchFamily="34" charset="0"/>
              </a:rPr>
              <a:t>eius</a:t>
            </a:r>
            <a:r>
              <a:rPr lang="fr-FR" dirty="0">
                <a:latin typeface="Century Gothic" panose="020B0502020202020204" pitchFamily="34" charset="0"/>
              </a:rPr>
              <a:t>  </a:t>
            </a:r>
            <a:r>
              <a:rPr lang="fr-FR" dirty="0" err="1">
                <a:latin typeface="Century Gothic" panose="020B0502020202020204" pitchFamily="34" charset="0"/>
              </a:rPr>
              <a:t>consectetr</a:t>
            </a:r>
            <a:r>
              <a:rPr lang="fr-FR" dirty="0">
                <a:latin typeface="Century Gothic" panose="020B0502020202020204" pitchFamily="34" charset="0"/>
              </a:rPr>
              <a:t> .</a:t>
            </a:r>
          </a:p>
        </p:txBody>
      </p:sp>
      <p:sp>
        <p:nvSpPr>
          <p:cNvPr id="20" name="Espace réservé du texte 6">
            <a:extLst>
              <a:ext uri="{FF2B5EF4-FFF2-40B4-BE49-F238E27FC236}">
                <a16:creationId xmlns:a16="http://schemas.microsoft.com/office/drawing/2014/main" id="{5E4C466D-AB83-70F1-0CAD-BB64D8000F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659506" y="3104084"/>
            <a:ext cx="1932776" cy="64983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algn="ctr"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 dirty="0">
                <a:latin typeface="Century Gothic" panose="020B0502020202020204" pitchFamily="34" charset="0"/>
              </a:rPr>
              <a:t>  </a:t>
            </a:r>
            <a:r>
              <a:rPr lang="fr-FR" dirty="0" err="1">
                <a:latin typeface="Century Gothic" panose="020B0502020202020204" pitchFamily="34" charset="0"/>
              </a:rPr>
              <a:t>eius</a:t>
            </a:r>
            <a:r>
              <a:rPr lang="fr-FR" dirty="0">
                <a:latin typeface="Century Gothic" panose="020B0502020202020204" pitchFamily="34" charset="0"/>
              </a:rPr>
              <a:t>  </a:t>
            </a:r>
            <a:r>
              <a:rPr lang="fr-FR" dirty="0" err="1">
                <a:latin typeface="Century Gothic" panose="020B0502020202020204" pitchFamily="34" charset="0"/>
              </a:rPr>
              <a:t>consectetr</a:t>
            </a:r>
            <a:r>
              <a:rPr lang="fr-FR" dirty="0">
                <a:latin typeface="Century Gothic" panose="020B0502020202020204" pitchFamily="34" charset="0"/>
              </a:rPr>
              <a:t> .</a:t>
            </a:r>
          </a:p>
        </p:txBody>
      </p:sp>
      <p:sp>
        <p:nvSpPr>
          <p:cNvPr id="21" name="Espace réservé du texte 6">
            <a:extLst>
              <a:ext uri="{FF2B5EF4-FFF2-40B4-BE49-F238E27FC236}">
                <a16:creationId xmlns:a16="http://schemas.microsoft.com/office/drawing/2014/main" id="{06FCE82A-9DD8-D4AE-6100-11F78C70A1A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5093" y="4934809"/>
            <a:ext cx="1932776" cy="64983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algn="ctr"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 dirty="0">
                <a:latin typeface="Century Gothic" panose="020B0502020202020204" pitchFamily="34" charset="0"/>
              </a:rPr>
              <a:t>  </a:t>
            </a:r>
            <a:r>
              <a:rPr lang="fr-FR" dirty="0" err="1">
                <a:latin typeface="Century Gothic" panose="020B0502020202020204" pitchFamily="34" charset="0"/>
              </a:rPr>
              <a:t>eius</a:t>
            </a:r>
            <a:r>
              <a:rPr lang="fr-FR" dirty="0">
                <a:latin typeface="Century Gothic" panose="020B0502020202020204" pitchFamily="34" charset="0"/>
              </a:rPr>
              <a:t>  </a:t>
            </a:r>
            <a:r>
              <a:rPr lang="fr-FR" dirty="0" err="1">
                <a:latin typeface="Century Gothic" panose="020B0502020202020204" pitchFamily="34" charset="0"/>
              </a:rPr>
              <a:t>consectetr</a:t>
            </a:r>
            <a:r>
              <a:rPr lang="fr-FR" dirty="0">
                <a:latin typeface="Century Gothic" panose="020B0502020202020204" pitchFamily="34" charset="0"/>
              </a:rPr>
              <a:t> .</a:t>
            </a:r>
          </a:p>
        </p:txBody>
      </p:sp>
      <p:sp>
        <p:nvSpPr>
          <p:cNvPr id="22" name="Espace réservé du texte 6">
            <a:extLst>
              <a:ext uri="{FF2B5EF4-FFF2-40B4-BE49-F238E27FC236}">
                <a16:creationId xmlns:a16="http://schemas.microsoft.com/office/drawing/2014/main" id="{5DCD0245-478E-C706-AD4C-9B7F5D2CAB2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659506" y="4934809"/>
            <a:ext cx="1932776" cy="64983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algn="ctr"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 dirty="0">
                <a:latin typeface="Century Gothic" panose="020B0502020202020204" pitchFamily="34" charset="0"/>
              </a:rPr>
              <a:t>  </a:t>
            </a:r>
            <a:r>
              <a:rPr lang="fr-FR" dirty="0" err="1">
                <a:latin typeface="Century Gothic" panose="020B0502020202020204" pitchFamily="34" charset="0"/>
              </a:rPr>
              <a:t>eius</a:t>
            </a:r>
            <a:r>
              <a:rPr lang="fr-FR" dirty="0">
                <a:latin typeface="Century Gothic" panose="020B0502020202020204" pitchFamily="34" charset="0"/>
              </a:rPr>
              <a:t>  </a:t>
            </a:r>
            <a:r>
              <a:rPr lang="fr-FR" dirty="0" err="1">
                <a:latin typeface="Century Gothic" panose="020B0502020202020204" pitchFamily="34" charset="0"/>
              </a:rPr>
              <a:t>consectetr</a:t>
            </a:r>
            <a:r>
              <a:rPr lang="fr-FR" dirty="0">
                <a:latin typeface="Century Gothic" panose="020B0502020202020204" pitchFamily="34" charset="0"/>
              </a:rPr>
              <a:t> .</a:t>
            </a:r>
          </a:p>
        </p:txBody>
      </p:sp>
      <p:sp>
        <p:nvSpPr>
          <p:cNvPr id="24" name="Espace réservé du graphique 23">
            <a:extLst>
              <a:ext uri="{FF2B5EF4-FFF2-40B4-BE49-F238E27FC236}">
                <a16:creationId xmlns:a16="http://schemas.microsoft.com/office/drawing/2014/main" id="{615BA5E9-42A3-1C5D-6D22-2AACC333C33D}"/>
              </a:ext>
            </a:extLst>
          </p:cNvPr>
          <p:cNvSpPr>
            <a:spLocks noGrp="1"/>
          </p:cNvSpPr>
          <p:nvPr>
            <p:ph type="chart" sz="quarter" idx="30"/>
          </p:nvPr>
        </p:nvSpPr>
        <p:spPr>
          <a:xfrm>
            <a:off x="5155279" y="2602252"/>
            <a:ext cx="6166386" cy="3872690"/>
          </a:xfrm>
        </p:spPr>
        <p:txBody>
          <a:bodyPr/>
          <a:lstStyle/>
          <a:p>
            <a:endParaRPr lang="fr-FR"/>
          </a:p>
        </p:txBody>
      </p:sp>
      <p:sp>
        <p:nvSpPr>
          <p:cNvPr id="30" name="Espace réservé du texte 29">
            <a:extLst>
              <a:ext uri="{FF2B5EF4-FFF2-40B4-BE49-F238E27FC236}">
                <a16:creationId xmlns:a16="http://schemas.microsoft.com/office/drawing/2014/main" id="{7A3521D1-EF4B-0F15-7310-EC2A0FD8B75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5093" y="2428423"/>
            <a:ext cx="1932776" cy="697252"/>
          </a:xfrm>
        </p:spPr>
        <p:txBody>
          <a:bodyPr/>
          <a:lstStyle>
            <a:lvl1pPr algn="ctr">
              <a:buFontTx/>
              <a:buNone/>
              <a:defRPr sz="40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fr-FR" dirty="0"/>
              <a:t>3</a:t>
            </a:r>
          </a:p>
        </p:txBody>
      </p:sp>
      <p:sp>
        <p:nvSpPr>
          <p:cNvPr id="31" name="Espace réservé du texte 29">
            <a:extLst>
              <a:ext uri="{FF2B5EF4-FFF2-40B4-BE49-F238E27FC236}">
                <a16:creationId xmlns:a16="http://schemas.microsoft.com/office/drawing/2014/main" id="{3786467C-84CC-89F2-FD49-C1099B41F0E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659506" y="2428423"/>
            <a:ext cx="1932776" cy="697252"/>
          </a:xfrm>
        </p:spPr>
        <p:txBody>
          <a:bodyPr/>
          <a:lstStyle>
            <a:lvl1pPr algn="ctr">
              <a:buFontTx/>
              <a:buNone/>
              <a:defRPr sz="40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fr-FR" dirty="0"/>
              <a:t>199</a:t>
            </a:r>
          </a:p>
        </p:txBody>
      </p:sp>
      <p:sp>
        <p:nvSpPr>
          <p:cNvPr id="32" name="Espace réservé du texte 29">
            <a:extLst>
              <a:ext uri="{FF2B5EF4-FFF2-40B4-BE49-F238E27FC236}">
                <a16:creationId xmlns:a16="http://schemas.microsoft.com/office/drawing/2014/main" id="{B246D42E-26FE-9DBB-D38B-F6D5D132CBE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75093" y="4246103"/>
            <a:ext cx="1932776" cy="697252"/>
          </a:xfrm>
        </p:spPr>
        <p:txBody>
          <a:bodyPr/>
          <a:lstStyle>
            <a:lvl1pPr algn="ctr">
              <a:buFontTx/>
              <a:buNone/>
              <a:defRPr sz="40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fr-FR" dirty="0"/>
              <a:t>12</a:t>
            </a:r>
          </a:p>
        </p:txBody>
      </p:sp>
      <p:sp>
        <p:nvSpPr>
          <p:cNvPr id="33" name="Espace réservé du texte 29">
            <a:extLst>
              <a:ext uri="{FF2B5EF4-FFF2-40B4-BE49-F238E27FC236}">
                <a16:creationId xmlns:a16="http://schemas.microsoft.com/office/drawing/2014/main" id="{2320EDFC-687B-D047-164C-02229B39765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659506" y="4237557"/>
            <a:ext cx="1932776" cy="697252"/>
          </a:xfrm>
        </p:spPr>
        <p:txBody>
          <a:bodyPr/>
          <a:lstStyle>
            <a:lvl1pPr algn="ctr">
              <a:buFontTx/>
              <a:buNone/>
              <a:defRPr sz="40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fr-FR" dirty="0"/>
              <a:t>+20%</a:t>
            </a:r>
          </a:p>
        </p:txBody>
      </p:sp>
    </p:spTree>
    <p:extLst>
      <p:ext uri="{BB962C8B-B14F-4D97-AF65-F5344CB8AC3E}">
        <p14:creationId xmlns:p14="http://schemas.microsoft.com/office/powerpoint/2010/main" val="3077157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140">
            <a:extLst>
              <a:ext uri="{FF2B5EF4-FFF2-40B4-BE49-F238E27FC236}">
                <a16:creationId xmlns:a16="http://schemas.microsoft.com/office/drawing/2014/main" id="{F5AACE2F-D088-41FE-DAAB-65AA13268A82}"/>
              </a:ext>
            </a:extLst>
          </p:cNvPr>
          <p:cNvGrpSpPr/>
          <p:nvPr userDrawn="1"/>
        </p:nvGrpSpPr>
        <p:grpSpPr>
          <a:xfrm>
            <a:off x="2829224" y="-631120"/>
            <a:ext cx="11907556" cy="11907556"/>
            <a:chOff x="139548" y="190538"/>
            <a:chExt cx="11907554" cy="11907554"/>
          </a:xfrm>
        </p:grpSpPr>
        <p:sp>
          <p:nvSpPr>
            <p:cNvPr id="26" name="Oval 141">
              <a:extLst>
                <a:ext uri="{FF2B5EF4-FFF2-40B4-BE49-F238E27FC236}">
                  <a16:creationId xmlns:a16="http://schemas.microsoft.com/office/drawing/2014/main" id="{993F772C-5706-2877-8819-CEABBDF98CE1}"/>
                </a:ext>
              </a:extLst>
            </p:cNvPr>
            <p:cNvSpPr/>
            <p:nvPr/>
          </p:nvSpPr>
          <p:spPr>
            <a:xfrm>
              <a:off x="139548" y="190538"/>
              <a:ext cx="11907554" cy="11907554"/>
            </a:xfrm>
            <a:prstGeom prst="ellipse">
              <a:avLst/>
            </a:prstGeom>
            <a:solidFill>
              <a:srgbClr val="5853FF">
                <a:alpha val="1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7" name="Oval 142">
              <a:extLst>
                <a:ext uri="{FF2B5EF4-FFF2-40B4-BE49-F238E27FC236}">
                  <a16:creationId xmlns:a16="http://schemas.microsoft.com/office/drawing/2014/main" id="{28312410-2DC1-ECD4-B34A-D251377E2F97}"/>
                </a:ext>
              </a:extLst>
            </p:cNvPr>
            <p:cNvSpPr/>
            <p:nvPr/>
          </p:nvSpPr>
          <p:spPr>
            <a:xfrm>
              <a:off x="1350561" y="1350561"/>
              <a:ext cx="9206433" cy="9206433"/>
            </a:xfrm>
            <a:prstGeom prst="ellipse">
              <a:avLst/>
            </a:prstGeom>
            <a:solidFill>
              <a:srgbClr val="5853FF">
                <a:alpha val="1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8" name="Oval 143">
              <a:extLst>
                <a:ext uri="{FF2B5EF4-FFF2-40B4-BE49-F238E27FC236}">
                  <a16:creationId xmlns:a16="http://schemas.microsoft.com/office/drawing/2014/main" id="{598E42D6-5370-D04D-46FD-4E1E16B91B04}"/>
                </a:ext>
              </a:extLst>
            </p:cNvPr>
            <p:cNvSpPr/>
            <p:nvPr/>
          </p:nvSpPr>
          <p:spPr>
            <a:xfrm>
              <a:off x="2638971" y="2638971"/>
              <a:ext cx="6629580" cy="6629580"/>
            </a:xfrm>
            <a:prstGeom prst="ellipse">
              <a:avLst/>
            </a:prstGeom>
            <a:solidFill>
              <a:srgbClr val="5853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pic>
        <p:nvPicPr>
          <p:cNvPr id="30" name="Image 29">
            <a:extLst>
              <a:ext uri="{FF2B5EF4-FFF2-40B4-BE49-F238E27FC236}">
                <a16:creationId xmlns:a16="http://schemas.microsoft.com/office/drawing/2014/main" id="{155D19BA-FDE0-1A17-9250-C703A18F0F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57287" y="1335425"/>
            <a:ext cx="2866044" cy="3008456"/>
          </a:xfrm>
          <a:prstGeom prst="rect">
            <a:avLst/>
          </a:prstGeom>
        </p:spPr>
      </p:pic>
      <p:sp>
        <p:nvSpPr>
          <p:cNvPr id="31" name="Espace réservé du texte 6">
            <a:extLst>
              <a:ext uri="{FF2B5EF4-FFF2-40B4-BE49-F238E27FC236}">
                <a16:creationId xmlns:a16="http://schemas.microsoft.com/office/drawing/2014/main" id="{AD48E6C8-C550-BAA0-06FB-05170A6B81C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2980" y="383058"/>
            <a:ext cx="5088133" cy="2470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1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/>
              <a:t>TITRE DE LA RUBRIQUE</a:t>
            </a:r>
          </a:p>
        </p:txBody>
      </p:sp>
      <p:sp>
        <p:nvSpPr>
          <p:cNvPr id="33" name="Espace réservé du texte 6">
            <a:extLst>
              <a:ext uri="{FF2B5EF4-FFF2-40B4-BE49-F238E27FC236}">
                <a16:creationId xmlns:a16="http://schemas.microsoft.com/office/drawing/2014/main" id="{2C524285-5514-7823-371D-0229F8ECDEF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31293" y="4343881"/>
            <a:ext cx="4303419" cy="147330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r>
              <a:rPr lang="fr-FR" sz="1800" i="0">
                <a:latin typeface="Century Gothic" panose="020B0502020202020204" pitchFamily="34" charset="0"/>
              </a:rPr>
              <a:t>Parce que la technologie est belle, libératrice, intelligente et conviviale. Parce qu’il n’y a pas de transformation durable sans valorisation de l’être humain."</a:t>
            </a:r>
          </a:p>
        </p:txBody>
      </p:sp>
      <p:sp>
        <p:nvSpPr>
          <p:cNvPr id="5" name="Espace réservé pour une image  3">
            <a:extLst>
              <a:ext uri="{FF2B5EF4-FFF2-40B4-BE49-F238E27FC236}">
                <a16:creationId xmlns:a16="http://schemas.microsoft.com/office/drawing/2014/main" id="{DD9443D7-9CF5-B9E0-915F-A6ECAFDA26A1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094395" y="4146418"/>
            <a:ext cx="392400" cy="320400"/>
          </a:xfrm>
          <a:blipFill dpi="0"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8651576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ulse Make Lea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22F6A217-80DC-A645-3A5D-75531B406681}"/>
              </a:ext>
            </a:extLst>
          </p:cNvPr>
          <p:cNvSpPr txBox="1"/>
          <p:nvPr userDrawn="1"/>
        </p:nvSpPr>
        <p:spPr>
          <a:xfrm>
            <a:off x="4150894" y="1202750"/>
            <a:ext cx="4842567" cy="44524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ts val="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11000" b="1" u="none" strike="noStrike" cap="none" spc="0" normalizeH="0" baseline="0">
                <a:ln w="19050">
                  <a:solidFill>
                    <a:srgbClr val="5853FF"/>
                  </a:solidFill>
                </a:ln>
                <a:noFill/>
                <a:effectLst/>
                <a:uFillTx/>
                <a:latin typeface="Century Gothic" panose="020B0502020202020204" pitchFamily="34" charset="0"/>
                <a:sym typeface="Calibri"/>
              </a:rPr>
              <a:t>Pulse</a:t>
            </a:r>
          </a:p>
          <a:p>
            <a:pPr marL="0" marR="0" indent="0" algn="l" defTabSz="914400" rtl="0" fontAlgn="auto" latinLnBrk="0" hangingPunct="0">
              <a:lnSpc>
                <a:spcPts val="10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fr-FR" sz="11000" b="1" err="1">
                <a:ln w="19050">
                  <a:solidFill>
                    <a:srgbClr val="5853FF"/>
                  </a:solidFill>
                </a:ln>
                <a:solidFill>
                  <a:srgbClr val="5853FF"/>
                </a:solidFill>
                <a:latin typeface="Century Gothic" panose="020B0502020202020204" pitchFamily="34" charset="0"/>
              </a:rPr>
              <a:t>Make</a:t>
            </a:r>
            <a:endParaRPr lang="fr-FR" sz="11000" b="1">
              <a:ln w="19050">
                <a:solidFill>
                  <a:srgbClr val="5853FF"/>
                </a:solidFill>
              </a:ln>
              <a:solidFill>
                <a:srgbClr val="5853FF"/>
              </a:solidFill>
              <a:latin typeface="Century Gothic" panose="020B0502020202020204" pitchFamily="34" charset="0"/>
            </a:endParaRPr>
          </a:p>
          <a:p>
            <a:pPr marL="0" marR="0" indent="0" algn="l" defTabSz="914400" rtl="0" fontAlgn="auto" latinLnBrk="0" hangingPunct="0">
              <a:lnSpc>
                <a:spcPts val="10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11000" b="1" u="none" strike="noStrike" cap="none" spc="0" normalizeH="0" baseline="0" err="1">
                <a:ln w="19050">
                  <a:solidFill>
                    <a:srgbClr val="5853FF"/>
                  </a:solidFill>
                </a:ln>
                <a:noFill/>
                <a:effectLst/>
                <a:uFillTx/>
                <a:latin typeface="Century Gothic" panose="020B0502020202020204" pitchFamily="34" charset="0"/>
                <a:sym typeface="Calibri"/>
              </a:rPr>
              <a:t>Learn</a:t>
            </a:r>
            <a:endParaRPr kumimoji="0" lang="fr-FR" sz="11000" b="1" u="none" strike="noStrike" cap="none" spc="0" normalizeH="0" baseline="0">
              <a:ln w="19050">
                <a:solidFill>
                  <a:srgbClr val="5853FF"/>
                </a:solidFill>
              </a:ln>
              <a:noFill/>
              <a:effectLst/>
              <a:uFillTx/>
              <a:latin typeface="Century Gothic" panose="020B0502020202020204" pitchFamily="34" charset="0"/>
              <a:sym typeface="Calibri"/>
            </a:endParaRPr>
          </a:p>
        </p:txBody>
      </p:sp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4AD9620-7F95-BB35-E435-68860320EB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21867" y="2692200"/>
            <a:ext cx="4842566" cy="249503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</p:spTree>
    <p:extLst>
      <p:ext uri="{BB962C8B-B14F-4D97-AF65-F5344CB8AC3E}">
        <p14:creationId xmlns:p14="http://schemas.microsoft.com/office/powerpoint/2010/main" val="410602940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ulse Merci Lea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B0705E80-06C9-76D5-6225-70B05C49A58C}"/>
              </a:ext>
            </a:extLst>
          </p:cNvPr>
          <p:cNvSpPr txBox="1"/>
          <p:nvPr userDrawn="1"/>
        </p:nvSpPr>
        <p:spPr>
          <a:xfrm>
            <a:off x="4150894" y="1202750"/>
            <a:ext cx="4842567" cy="44524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ts val="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11000" b="1" u="none" strike="noStrike" cap="none" spc="0" normalizeH="0" baseline="0">
                <a:ln w="19050">
                  <a:solidFill>
                    <a:srgbClr val="5853FF"/>
                  </a:solidFill>
                </a:ln>
                <a:noFill/>
                <a:effectLst/>
                <a:uFillTx/>
                <a:latin typeface="Century Gothic" panose="020B0502020202020204" pitchFamily="34" charset="0"/>
                <a:sym typeface="Calibri"/>
              </a:rPr>
              <a:t>Pulse</a:t>
            </a:r>
          </a:p>
          <a:p>
            <a:pPr marL="0" marR="0" indent="0" algn="l" defTabSz="914400" rtl="0" fontAlgn="auto" latinLnBrk="0" hangingPunct="0">
              <a:lnSpc>
                <a:spcPts val="10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fr-FR" sz="11000" b="1">
                <a:ln w="19050">
                  <a:solidFill>
                    <a:srgbClr val="5853FF"/>
                  </a:solidFill>
                </a:ln>
                <a:solidFill>
                  <a:srgbClr val="5853FF"/>
                </a:solidFill>
                <a:latin typeface="Century Gothic" panose="020B0502020202020204" pitchFamily="34" charset="0"/>
              </a:rPr>
              <a:t>Merci</a:t>
            </a:r>
          </a:p>
          <a:p>
            <a:pPr marL="0" marR="0" indent="0" algn="l" defTabSz="914400" rtl="0" fontAlgn="auto" latinLnBrk="0" hangingPunct="0">
              <a:lnSpc>
                <a:spcPts val="10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11000" b="1" u="none" strike="noStrike" cap="none" spc="0" normalizeH="0" baseline="0" err="1">
                <a:ln w="19050">
                  <a:solidFill>
                    <a:srgbClr val="5853FF"/>
                  </a:solidFill>
                </a:ln>
                <a:noFill/>
                <a:effectLst/>
                <a:uFillTx/>
                <a:latin typeface="Century Gothic" panose="020B0502020202020204" pitchFamily="34" charset="0"/>
                <a:sym typeface="Calibri"/>
              </a:rPr>
              <a:t>Learn</a:t>
            </a:r>
            <a:endParaRPr kumimoji="0" lang="fr-FR" sz="11000" b="1" u="none" strike="noStrike" cap="none" spc="0" normalizeH="0" baseline="0">
              <a:ln w="19050">
                <a:solidFill>
                  <a:srgbClr val="5853FF"/>
                </a:solidFill>
              </a:ln>
              <a:noFill/>
              <a:effectLst/>
              <a:uFillTx/>
              <a:latin typeface="Century Gothic" panose="020B0502020202020204" pitchFamily="34" charset="0"/>
              <a:sym typeface="Calibri"/>
            </a:endParaRPr>
          </a:p>
        </p:txBody>
      </p:sp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A2C4E938-0DED-5CF8-95AF-3E9A3877A2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21867" y="2692200"/>
            <a:ext cx="4842566" cy="249503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</p:spTree>
    <p:extLst>
      <p:ext uri="{BB962C8B-B14F-4D97-AF65-F5344CB8AC3E}">
        <p14:creationId xmlns:p14="http://schemas.microsoft.com/office/powerpoint/2010/main" val="2000026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Click="0" advTm="500">
        <p:circle/>
      </p:transition>
    </mc:Choice>
    <mc:Fallback xmlns="">
      <p:transition spd="slow" advClick="0" advTm="500">
        <p:circl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er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38E3BB7F-591C-9250-D5C8-37B1990D53AE}"/>
              </a:ext>
            </a:extLst>
          </p:cNvPr>
          <p:cNvSpPr txBox="1"/>
          <p:nvPr userDrawn="1"/>
        </p:nvSpPr>
        <p:spPr>
          <a:xfrm>
            <a:off x="4150894" y="1202750"/>
            <a:ext cx="4842567" cy="31059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ts val="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11000" b="1" u="none" strike="noStrike" cap="none" spc="0" normalizeH="0" baseline="0">
                <a:ln w="19050">
                  <a:solidFill>
                    <a:srgbClr val="5853FF"/>
                  </a:solidFill>
                </a:ln>
                <a:noFill/>
                <a:effectLst/>
                <a:uFillTx/>
                <a:latin typeface="Century Gothic" panose="020B0502020202020204" pitchFamily="34" charset="0"/>
                <a:sym typeface="Calibri"/>
              </a:rPr>
              <a:t> </a:t>
            </a:r>
          </a:p>
          <a:p>
            <a:pPr marL="0" marR="0" indent="0" algn="l" defTabSz="914400" rtl="0" fontAlgn="auto" latinLnBrk="0" hangingPunct="0">
              <a:lnSpc>
                <a:spcPts val="10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fr-FR" sz="11000" b="1">
                <a:ln w="19050">
                  <a:solidFill>
                    <a:srgbClr val="5853FF"/>
                  </a:solidFill>
                </a:ln>
                <a:solidFill>
                  <a:srgbClr val="5853FF"/>
                </a:solidFill>
                <a:latin typeface="Century Gothic" panose="020B0502020202020204" pitchFamily="34" charset="0"/>
              </a:rPr>
              <a:t>Merci</a:t>
            </a:r>
          </a:p>
        </p:txBody>
      </p:sp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D26153CA-5796-A490-383C-B3A5797FEB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11928" y="4063800"/>
            <a:ext cx="4842566" cy="249503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</p:spTree>
    <p:extLst>
      <p:ext uri="{BB962C8B-B14F-4D97-AF65-F5344CB8AC3E}">
        <p14:creationId xmlns:p14="http://schemas.microsoft.com/office/powerpoint/2010/main" val="265731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image" Target="../media/image1.png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D34EA1-905C-D149-BC2F-B9DA6735F725}" type="datetimeFigureOut">
              <a:rPr lang="fr-FR" smtClean="0"/>
              <a:t>28/08/2026</a:t>
            </a:fld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178D70-24D8-5C49-A5F6-180A57D553B3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F44007E-FAFB-FF4E-2CEF-AE33230E73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9" name="Espace réservé du titre 8">
            <a:extLst>
              <a:ext uri="{FF2B5EF4-FFF2-40B4-BE49-F238E27FC236}">
                <a16:creationId xmlns:a16="http://schemas.microsoft.com/office/drawing/2014/main" id="{E77D6396-A7B8-F7BB-C0CB-CD5E21A6B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CD08B9DE-3B25-9268-605D-48852AEDFA4E}"/>
              </a:ext>
            </a:extLst>
          </p:cNvPr>
          <p:cNvPicPr>
            <a:picLocks noChangeAspect="1"/>
          </p:cNvPicPr>
          <p:nvPr userDrawn="1"/>
        </p:nvPicPr>
        <p:blipFill>
          <a:blip r:embed="rId4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1287790" y="850956"/>
            <a:ext cx="1003125" cy="32760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10509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8" r:id="rId2"/>
    <p:sldLayoutId id="2147483769" r:id="rId3"/>
    <p:sldLayoutId id="2147483802" r:id="rId4"/>
    <p:sldLayoutId id="2147483739" r:id="rId5"/>
    <p:sldLayoutId id="2147483804" r:id="rId6"/>
    <p:sldLayoutId id="2147483809" r:id="rId7"/>
    <p:sldLayoutId id="2147483782" r:id="rId8"/>
    <p:sldLayoutId id="2147483781" r:id="rId9"/>
    <p:sldLayoutId id="2147483784" r:id="rId10"/>
    <p:sldLayoutId id="2147483785" r:id="rId11"/>
    <p:sldLayoutId id="2147483786" r:id="rId12"/>
    <p:sldLayoutId id="2147483787" r:id="rId13"/>
    <p:sldLayoutId id="2147483794" r:id="rId14"/>
    <p:sldLayoutId id="2147483750" r:id="rId15"/>
    <p:sldLayoutId id="2147483775" r:id="rId16"/>
    <p:sldLayoutId id="2147483789" r:id="rId17"/>
    <p:sldLayoutId id="2147483788" r:id="rId18"/>
    <p:sldLayoutId id="2147483790" r:id="rId19"/>
    <p:sldLayoutId id="2147483791" r:id="rId20"/>
    <p:sldLayoutId id="2147483792" r:id="rId21"/>
    <p:sldLayoutId id="2147483793" r:id="rId22"/>
    <p:sldLayoutId id="2147483757" r:id="rId23"/>
    <p:sldLayoutId id="2147483810" r:id="rId24"/>
    <p:sldLayoutId id="2147483811" r:id="rId25"/>
    <p:sldLayoutId id="2147483805" r:id="rId26"/>
    <p:sldLayoutId id="2147483773" r:id="rId27"/>
    <p:sldLayoutId id="2147483751" r:id="rId28"/>
    <p:sldLayoutId id="2147483795" r:id="rId29"/>
    <p:sldLayoutId id="2147483797" r:id="rId30"/>
    <p:sldLayoutId id="2147483770" r:id="rId31"/>
    <p:sldLayoutId id="2147483771" r:id="rId32"/>
    <p:sldLayoutId id="2147483798" r:id="rId33"/>
    <p:sldLayoutId id="2147483766" r:id="rId34"/>
    <p:sldLayoutId id="2147483752" r:id="rId35"/>
    <p:sldLayoutId id="2147483753" r:id="rId36"/>
    <p:sldLayoutId id="2147483754" r:id="rId37"/>
    <p:sldLayoutId id="2147483799" r:id="rId38"/>
    <p:sldLayoutId id="2147483800" r:id="rId39"/>
    <p:sldLayoutId id="2147483812" r:id="rId40"/>
    <p:sldLayoutId id="2147483756" r:id="rId41"/>
    <p:sldLayoutId id="2147483758" r:id="rId42"/>
    <p:sldLayoutId id="2147483759" r:id="rId43"/>
    <p:sldLayoutId id="2147483760" r:id="rId4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svg"/><Relationship Id="rId2" Type="http://schemas.openxmlformats.org/officeDocument/2006/relationships/image" Target="../media/image50.sv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5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svg"/><Relationship Id="rId3" Type="http://schemas.openxmlformats.org/officeDocument/2006/relationships/image" Target="../media/image55.svg"/><Relationship Id="rId7" Type="http://schemas.openxmlformats.org/officeDocument/2006/relationships/image" Target="../media/image59.svg"/><Relationship Id="rId2" Type="http://schemas.openxmlformats.org/officeDocument/2006/relationships/image" Target="../media/image54.sv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58.svg"/><Relationship Id="rId5" Type="http://schemas.openxmlformats.org/officeDocument/2006/relationships/image" Target="../media/image57.svg"/><Relationship Id="rId4" Type="http://schemas.openxmlformats.org/officeDocument/2006/relationships/image" Target="../media/image56.svg"/><Relationship Id="rId9" Type="http://schemas.openxmlformats.org/officeDocument/2006/relationships/image" Target="../media/image6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svg"/><Relationship Id="rId7" Type="http://schemas.openxmlformats.org/officeDocument/2006/relationships/image" Target="../media/image67.svg"/><Relationship Id="rId2" Type="http://schemas.openxmlformats.org/officeDocument/2006/relationships/image" Target="../media/image62.sv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66.svg"/><Relationship Id="rId5" Type="http://schemas.openxmlformats.org/officeDocument/2006/relationships/image" Target="../media/image65.svg"/><Relationship Id="rId4" Type="http://schemas.openxmlformats.org/officeDocument/2006/relationships/image" Target="../media/image6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svg"/><Relationship Id="rId7" Type="http://schemas.openxmlformats.org/officeDocument/2006/relationships/image" Target="../media/image73.svg"/><Relationship Id="rId2" Type="http://schemas.openxmlformats.org/officeDocument/2006/relationships/image" Target="../media/image68.sv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72.svg"/><Relationship Id="rId5" Type="http://schemas.openxmlformats.org/officeDocument/2006/relationships/image" Target="../media/image71.svg"/><Relationship Id="rId4" Type="http://schemas.openxmlformats.org/officeDocument/2006/relationships/image" Target="../media/image70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svg"/><Relationship Id="rId2" Type="http://schemas.openxmlformats.org/officeDocument/2006/relationships/image" Target="../media/image74.svg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77.svg"/><Relationship Id="rId4" Type="http://schemas.openxmlformats.org/officeDocument/2006/relationships/image" Target="../media/image76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svg"/><Relationship Id="rId2" Type="http://schemas.openxmlformats.org/officeDocument/2006/relationships/image" Target="../media/image78.svg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80.sv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svg"/><Relationship Id="rId3" Type="http://schemas.openxmlformats.org/officeDocument/2006/relationships/image" Target="../media/image63.svg"/><Relationship Id="rId7" Type="http://schemas.openxmlformats.org/officeDocument/2006/relationships/image" Target="../media/image66.svg"/><Relationship Id="rId2" Type="http://schemas.openxmlformats.org/officeDocument/2006/relationships/image" Target="../media/image81.sv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65.svg"/><Relationship Id="rId5" Type="http://schemas.openxmlformats.org/officeDocument/2006/relationships/image" Target="../media/image64.svg"/><Relationship Id="rId10" Type="http://schemas.openxmlformats.org/officeDocument/2006/relationships/image" Target="../media/image84.svg"/><Relationship Id="rId4" Type="http://schemas.openxmlformats.org/officeDocument/2006/relationships/image" Target="../media/image82.svg"/><Relationship Id="rId9" Type="http://schemas.openxmlformats.org/officeDocument/2006/relationships/image" Target="../media/image83.sv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pour une image  10">
            <a:extLst>
              <a:ext uri="{FF2B5EF4-FFF2-40B4-BE49-F238E27FC236}">
                <a16:creationId xmlns:a16="http://schemas.microsoft.com/office/drawing/2014/main" id="{1A49C4F8-F3D2-87ED-602D-B9FD8731E957}"/>
              </a:ext>
            </a:extLst>
          </p:cNvPr>
          <p:cNvSpPr>
            <a:spLocks noGrp="1"/>
          </p:cNvSpPr>
          <p:nvPr>
            <p:ph type="pic" sz="half" idx="2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A1217BE4-9D2F-A3E0-EEC2-5A3B82101E13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r>
              <a:rPr lang="fr-FR" dirty="0"/>
              <a:t>Comment automatiser le montage vidéo ?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5901E066-A174-D8D9-92F2-2AE73761CA31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955675" y="2077751"/>
            <a:ext cx="3527265" cy="1954967"/>
          </a:xfrm>
        </p:spPr>
        <p:txBody>
          <a:bodyPr/>
          <a:lstStyle/>
          <a:p>
            <a:r>
              <a:rPr lang="fr-FR" dirty="0">
                <a:solidFill>
                  <a:srgbClr val="5853FF"/>
                </a:solidFill>
              </a:rPr>
              <a:t>REX </a:t>
            </a:r>
          </a:p>
          <a:p>
            <a:r>
              <a:rPr lang="fr-FR" dirty="0"/>
              <a:t>Agents IA</a:t>
            </a:r>
          </a:p>
          <a:p>
            <a:endParaRPr lang="fr-FR" dirty="0">
              <a:solidFill>
                <a:srgbClr val="5853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8442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709C2712-4A17-5D7C-9058-AA8221575AD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r>
              <a:rPr lang="fr-FR" b="0" dirty="0">
                <a:latin typeface="Century Gothic" panose="020B0502020202020204" pitchFamily="34" charset="0"/>
              </a:rPr>
              <a:t>L’orchestration agentique : harnais et contrats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76AF13A-A816-58F9-16D9-5FF606D346D9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r>
              <a:rPr lang="fr-FR" b="0" dirty="0">
                <a:latin typeface="Century Gothic" panose="020B0502020202020204" pitchFamily="34" charset="0"/>
              </a:rPr>
              <a:t>Feedback : la boucle qui corrige sans être infinie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A032433-36BA-571E-C467-CFCF7B092FA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/>
        <p:txBody>
          <a:bodyPr/>
          <a:lstStyle/>
          <a:p>
            <a:r>
              <a:rPr lang="fr-FR" b="0" dirty="0">
                <a:latin typeface="Century Gothic" panose="020B0502020202020204" pitchFamily="34" charset="0"/>
              </a:rPr>
              <a:t>Les limites de l’IA et la place de l'humain dans la création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A6F3057-F71B-BBDC-7C86-75C2E6F68C15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/>
        <p:txBody>
          <a:bodyPr/>
          <a:lstStyle/>
          <a:p>
            <a:r>
              <a:rPr lang="fr-FR" b="0" dirty="0">
                <a:latin typeface="Century Gothic" panose="020B0502020202020204" pitchFamily="34" charset="0"/>
              </a:rPr>
              <a:t>Le futur des LLM pour la vidéo</a:t>
            </a:r>
            <a:endParaRPr lang="fr-FR" dirty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447B0131-E6C9-838B-E065-7DCCD0662630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/>
        <p:txBody>
          <a:bodyPr/>
          <a:lstStyle/>
          <a:p>
            <a:r>
              <a:rPr lang="fr-FR" b="0" dirty="0">
                <a:latin typeface="Century Gothic" panose="020B0502020202020204" pitchFamily="34" charset="0"/>
              </a:rPr>
              <a:t>Le problème de la vidéo et l’IA : les tokens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ED9DF366-BF74-C611-5D1F-61FD26C752E7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5499100" y="778905"/>
            <a:ext cx="1193800" cy="379367"/>
          </a:xfrm>
        </p:spPr>
        <p:txBody>
          <a:bodyPr>
            <a:normAutofit fontScale="92500" lnSpcReduction="20000"/>
          </a:bodyPr>
          <a:lstStyle/>
          <a:p>
            <a:r>
              <a:rPr lang="fr-FR" dirty="0"/>
              <a:t>1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00D548CB-B12E-060F-BC46-270E420D086D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dirty="0"/>
              <a:t>2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6D73D3B4-EFEC-E7D4-983F-9EF132F41560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dirty="0"/>
              <a:t>3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8F360B4B-3E69-7208-C8DC-FCDD60A9347E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dirty="0"/>
              <a:t>4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9FD7FCC3-CE77-67EE-D838-3D03B32EE749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655727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3D5B9563-EAD9-FB81-E8F2-4AE565F925A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1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F768062-74F3-D5EB-24A8-78244BFAB1C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fr-FR" b="0" dirty="0"/>
              <a:t>Le problème de la vidéo et l’IA :</a:t>
            </a:r>
          </a:p>
          <a:p>
            <a:r>
              <a:rPr lang="fr-FR" b="0" dirty="0"/>
              <a:t>les tokens</a:t>
            </a:r>
          </a:p>
        </p:txBody>
      </p:sp>
    </p:spTree>
    <p:extLst>
      <p:ext uri="{BB962C8B-B14F-4D97-AF65-F5344CB8AC3E}">
        <p14:creationId xmlns:p14="http://schemas.microsoft.com/office/powerpoint/2010/main" val="4160316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re 11">
            <a:extLst>
              <a:ext uri="{FF2B5EF4-FFF2-40B4-BE49-F238E27FC236}">
                <a16:creationId xmlns:a16="http://schemas.microsoft.com/office/drawing/2014/main" id="{205EFAE1-E4FC-B7D7-29B5-F455CCEFF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vidéo est un </a:t>
            </a:r>
            <a:r>
              <a:rPr lang="fr-FR" dirty="0">
                <a:solidFill>
                  <a:schemeClr val="accent1"/>
                </a:solidFill>
              </a:rPr>
              <a:t>gouffre à tokens</a:t>
            </a:r>
            <a:endParaRPr lang="fr-FR" dirty="0"/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592BE01B-897C-9234-165E-51B7AFC179C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fr-FR" b="0" dirty="0"/>
              <a:t>Le futur des LLM pour la vidéo</a:t>
            </a:r>
            <a:endParaRPr lang="fr-FR" dirty="0"/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7FECB9D8-3E74-71D5-4757-5BDCACE1BDCF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r>
              <a:rPr lang="fr-FR" dirty="0">
                <a:ea typeface="Poppins Regular"/>
                <a:cs typeface="Poppins Regular"/>
                <a:sym typeface="Poppins Regular"/>
              </a:rPr>
              <a:t>Pourquoi un prompt à un LLM (L</a:t>
            </a:r>
            <a:r>
              <a:rPr lang="fr-FR" dirty="0"/>
              <a:t>arge </a:t>
            </a:r>
            <a:r>
              <a:rPr lang="fr-FR" dirty="0" err="1"/>
              <a:t>Language</a:t>
            </a:r>
            <a:r>
              <a:rPr lang="fr-FR" dirty="0"/>
              <a:t> Model) </a:t>
            </a:r>
            <a:r>
              <a:rPr lang="fr-FR" dirty="0">
                <a:ea typeface="Poppins Regular"/>
                <a:cs typeface="Poppins Regular"/>
                <a:sym typeface="Poppins Regular"/>
              </a:rPr>
              <a:t>ne suffit pas ?</a:t>
            </a:r>
            <a:endParaRPr lang="fr-FR" sz="1100" dirty="0">
              <a:ea typeface="Poppins Regular"/>
              <a:cs typeface="Poppins Regular"/>
              <a:sym typeface="Poppins Regular"/>
            </a:endParaRPr>
          </a:p>
          <a:p>
            <a:endParaRPr lang="fr-FR" dirty="0"/>
          </a:p>
        </p:txBody>
      </p:sp>
      <p:sp>
        <p:nvSpPr>
          <p:cNvPr id="21" name="Espace réservé du texte 21">
            <a:extLst>
              <a:ext uri="{FF2B5EF4-FFF2-40B4-BE49-F238E27FC236}">
                <a16:creationId xmlns:a16="http://schemas.microsoft.com/office/drawing/2014/main" id="{BD08732C-343F-64D6-A1BF-FD1968B67E8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589246" y="3294704"/>
            <a:ext cx="2900280" cy="1477635"/>
          </a:xfrm>
          <a:prstGeom prst="roundRect">
            <a:avLst>
              <a:gd name="adj" fmla="val 13720"/>
            </a:avLst>
          </a:prstGeom>
          <a:solidFill>
            <a:schemeClr val="tx2"/>
          </a:solidFill>
          <a:ln w="19050">
            <a:noFill/>
          </a:ln>
        </p:spPr>
        <p:txBody>
          <a:bodyPr wrap="square" lIns="1116000" tIns="0" rIns="180000" bIns="0" anchor="ctr">
            <a:no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fr-FR" sz="3200" b="1" dirty="0">
                <a:solidFill>
                  <a:srgbClr val="5853FF"/>
                </a:solidFill>
                <a:cs typeface="Segoe UI"/>
              </a:rPr>
              <a:t>1-8 h</a:t>
            </a:r>
            <a:r>
              <a:rPr lang="fr-FR" sz="3200" dirty="0">
                <a:solidFill>
                  <a:srgbClr val="5853FF"/>
                </a:solidFill>
                <a:cs typeface="Segoe UI"/>
              </a:rPr>
              <a:t>​</a:t>
            </a:r>
            <a:endParaRPr lang="fr-FR" dirty="0">
              <a:solidFill>
                <a:srgbClr val="121212"/>
              </a:solidFill>
              <a:cs typeface="Segoe UI"/>
            </a:endParaRPr>
          </a:p>
          <a:p>
            <a:r>
              <a:rPr lang="fr-FR" dirty="0">
                <a:solidFill>
                  <a:srgbClr val="000000"/>
                </a:solidFill>
                <a:cs typeface="Segoe UI"/>
              </a:rPr>
              <a:t>de rushes</a:t>
            </a:r>
            <a:r>
              <a:rPr lang="fr-FR" sz="1200" dirty="0">
                <a:solidFill>
                  <a:srgbClr val="000000"/>
                </a:solidFill>
                <a:cs typeface="Segoe UI"/>
              </a:rPr>
              <a:t> multicam</a:t>
            </a:r>
            <a:br>
              <a:rPr lang="fr-FR" sz="1200" dirty="0">
                <a:solidFill>
                  <a:srgbClr val="000000"/>
                </a:solidFill>
                <a:cs typeface="Segoe UI"/>
              </a:rPr>
            </a:br>
            <a:r>
              <a:rPr lang="fr-FR" sz="1200" b="1" dirty="0">
                <a:solidFill>
                  <a:srgbClr val="5853FF"/>
                </a:solidFill>
                <a:cs typeface="Segoe UI"/>
              </a:rPr>
              <a:t> par projet vidéo</a:t>
            </a:r>
            <a:endParaRPr lang="fr-FR" sz="1200" dirty="0">
              <a:solidFill>
                <a:srgbClr val="000000"/>
              </a:solidFill>
            </a:endParaRPr>
          </a:p>
        </p:txBody>
      </p:sp>
      <p:sp>
        <p:nvSpPr>
          <p:cNvPr id="22" name="Espace réservé du texte 21">
            <a:extLst>
              <a:ext uri="{FF2B5EF4-FFF2-40B4-BE49-F238E27FC236}">
                <a16:creationId xmlns:a16="http://schemas.microsoft.com/office/drawing/2014/main" id="{AB3E0372-C005-13B3-BD94-1C2BFE48A1B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696441" y="3294703"/>
            <a:ext cx="2900280" cy="1477635"/>
          </a:xfrm>
          <a:prstGeom prst="roundRect">
            <a:avLst>
              <a:gd name="adj" fmla="val 13720"/>
            </a:avLst>
          </a:prstGeom>
          <a:solidFill>
            <a:schemeClr val="tx2"/>
          </a:solidFill>
          <a:ln w="19050">
            <a:noFill/>
          </a:ln>
        </p:spPr>
        <p:txBody>
          <a:bodyPr wrap="square" lIns="1116000" tIns="0" rIns="180000" bIns="0" anchor="ctr">
            <a:no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fr-FR" sz="3200" b="1" dirty="0">
                <a:solidFill>
                  <a:srgbClr val="5853FF"/>
                </a:solidFill>
                <a:cs typeface="Segoe UI"/>
              </a:rPr>
              <a:t>29 000</a:t>
            </a:r>
            <a:endParaRPr lang="fr-FR" dirty="0"/>
          </a:p>
          <a:p>
            <a:r>
              <a:rPr lang="fr-FR" sz="1200" b="1" dirty="0">
                <a:solidFill>
                  <a:srgbClr val="5853FF"/>
                </a:solidFill>
                <a:ea typeface="+mn-lt"/>
                <a:cs typeface="+mn-lt"/>
              </a:rPr>
              <a:t>images à 1 </a:t>
            </a:r>
            <a:r>
              <a:rPr lang="fr-FR" sz="1200" b="1" dirty="0" err="1">
                <a:solidFill>
                  <a:srgbClr val="5853FF"/>
                </a:solidFill>
                <a:ea typeface="+mn-lt"/>
                <a:cs typeface="+mn-lt"/>
              </a:rPr>
              <a:t>fps</a:t>
            </a:r>
            <a:r>
              <a:rPr lang="fr-FR" sz="1200" b="1" dirty="0">
                <a:solidFill>
                  <a:srgbClr val="5853FF"/>
                </a:solidFill>
                <a:ea typeface="+mn-lt"/>
                <a:cs typeface="+mn-lt"/>
              </a:rPr>
              <a:t> :</a:t>
            </a:r>
            <a:br>
              <a:rPr lang="fr-FR" sz="1200" dirty="0">
                <a:solidFill>
                  <a:srgbClr val="000000"/>
                </a:solidFill>
                <a:ea typeface="+mn-lt"/>
                <a:cs typeface="+mn-lt"/>
              </a:rPr>
            </a:br>
            <a:r>
              <a:rPr lang="fr-FR" sz="1200" dirty="0">
                <a:solidFill>
                  <a:srgbClr val="000000"/>
                </a:solidFill>
                <a:ea typeface="+mn-lt"/>
                <a:cs typeface="+mn-lt"/>
              </a:rPr>
              <a:t> contexte trop lourd</a:t>
            </a:r>
            <a:endParaRPr lang="fr-FR" sz="1200" dirty="0">
              <a:solidFill>
                <a:srgbClr val="000000"/>
              </a:solidFill>
            </a:endParaRPr>
          </a:p>
        </p:txBody>
      </p:sp>
      <p:sp>
        <p:nvSpPr>
          <p:cNvPr id="23" name="Espace réservé du texte 21">
            <a:extLst>
              <a:ext uri="{FF2B5EF4-FFF2-40B4-BE49-F238E27FC236}">
                <a16:creationId xmlns:a16="http://schemas.microsoft.com/office/drawing/2014/main" id="{59DC6682-747A-9196-BD77-573DDA7E92A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799375" y="3294703"/>
            <a:ext cx="2900280" cy="1477635"/>
          </a:xfrm>
          <a:prstGeom prst="roundRect">
            <a:avLst>
              <a:gd name="adj" fmla="val 13720"/>
            </a:avLst>
          </a:prstGeom>
          <a:solidFill>
            <a:schemeClr val="tx2"/>
          </a:solidFill>
          <a:ln w="19050">
            <a:noFill/>
          </a:ln>
        </p:spPr>
        <p:txBody>
          <a:bodyPr wrap="square" lIns="1116000" tIns="0" rIns="180000" bIns="0" anchor="ctr">
            <a:no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fr-FR" sz="3200" b="1" dirty="0">
                <a:solidFill>
                  <a:srgbClr val="5853FF"/>
                </a:solidFill>
                <a:cs typeface="Segoe UI"/>
              </a:rPr>
              <a:t>VLM</a:t>
            </a:r>
            <a:endParaRPr lang="fr-FR" dirty="0"/>
          </a:p>
          <a:p>
            <a:r>
              <a:rPr lang="fr-FR" dirty="0">
                <a:solidFill>
                  <a:srgbClr val="000000"/>
                </a:solidFill>
                <a:ea typeface="+mn-lt"/>
                <a:cs typeface="+mn-lt"/>
              </a:rPr>
              <a:t>Vision-</a:t>
            </a:r>
            <a:r>
              <a:rPr lang="fr-FR" dirty="0" err="1">
                <a:solidFill>
                  <a:srgbClr val="000000"/>
                </a:solidFill>
                <a:ea typeface="+mn-lt"/>
                <a:cs typeface="+mn-lt"/>
              </a:rPr>
              <a:t>Language</a:t>
            </a:r>
            <a:r>
              <a:rPr lang="fr-FR" dirty="0">
                <a:solidFill>
                  <a:srgbClr val="000000"/>
                </a:solidFill>
                <a:ea typeface="+mn-lt"/>
                <a:cs typeface="+mn-lt"/>
              </a:rPr>
              <a:t> Model plus coût qu’un LLM</a:t>
            </a:r>
            <a:endParaRPr lang="fr-FR" sz="1200" dirty="0">
              <a:solidFill>
                <a:srgbClr val="000000"/>
              </a:solidFill>
            </a:endParaRPr>
          </a:p>
        </p:txBody>
      </p:sp>
      <p:pic>
        <p:nvPicPr>
          <p:cNvPr id="27" name="Graphique 26">
            <a:extLst>
              <a:ext uri="{FF2B5EF4-FFF2-40B4-BE49-F238E27FC236}">
                <a16:creationId xmlns:a16="http://schemas.microsoft.com/office/drawing/2014/main" id="{C6EC79D3-481B-545C-707B-21E48F4221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62487" y="3747707"/>
            <a:ext cx="527346" cy="615237"/>
          </a:xfrm>
          <a:prstGeom prst="rect">
            <a:avLst/>
          </a:prstGeom>
        </p:spPr>
      </p:pic>
      <p:pic>
        <p:nvPicPr>
          <p:cNvPr id="28" name="Graphique 27">
            <a:extLst>
              <a:ext uri="{FF2B5EF4-FFF2-40B4-BE49-F238E27FC236}">
                <a16:creationId xmlns:a16="http://schemas.microsoft.com/office/drawing/2014/main" id="{90BCDB3C-6EA0-6B48-6B2E-EE2D5274E2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42937" y="3747707"/>
            <a:ext cx="691758" cy="629994"/>
          </a:xfrm>
          <a:prstGeom prst="rect">
            <a:avLst/>
          </a:prstGeom>
        </p:spPr>
      </p:pic>
      <p:pic>
        <p:nvPicPr>
          <p:cNvPr id="31" name="Graphique 30">
            <a:extLst>
              <a:ext uri="{FF2B5EF4-FFF2-40B4-BE49-F238E27FC236}">
                <a16:creationId xmlns:a16="http://schemas.microsoft.com/office/drawing/2014/main" id="{8E4C66ED-41B9-DC4F-71EB-D9482A4BEE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4864" y="3782677"/>
            <a:ext cx="738489" cy="459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742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74C91238-F9A0-878D-8FED-3CF20B9E13AD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1600" dirty="0">
                <a:solidFill>
                  <a:srgbClr val="121212"/>
                </a:solidFill>
                <a:latin typeface="Century Gothic" panose="020B0502020202020204" pitchFamily="34" charset="0"/>
              </a:rPr>
              <a:t>Rushes vidéo</a:t>
            </a:r>
            <a:endParaRPr lang="fr-FR" sz="1600" dirty="0"/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C8433B92-1E67-CE3A-DABB-8428A2E8067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fr-FR" dirty="0"/>
              <a:t>1</a:t>
            </a:r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6B1EC1D9-A98A-66DC-F082-F761195E976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1600" dirty="0">
                <a:solidFill>
                  <a:srgbClr val="121212"/>
                </a:solidFill>
                <a:latin typeface="Century Gothic" panose="020B0502020202020204" pitchFamily="34" charset="0"/>
              </a:rPr>
              <a:t>Perception (VLM)</a:t>
            </a:r>
            <a:endParaRPr lang="fr-FR" sz="1600" dirty="0"/>
          </a:p>
        </p:txBody>
      </p:sp>
      <p:sp>
        <p:nvSpPr>
          <p:cNvPr id="22" name="Espace réservé du texte 21">
            <a:extLst>
              <a:ext uri="{FF2B5EF4-FFF2-40B4-BE49-F238E27FC236}">
                <a16:creationId xmlns:a16="http://schemas.microsoft.com/office/drawing/2014/main" id="{A2AA45B7-0F63-B2DF-19BC-F215EAFEEB7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fr-FR" dirty="0"/>
              <a:t>2</a:t>
            </a:r>
          </a:p>
        </p:txBody>
      </p:sp>
      <p:sp>
        <p:nvSpPr>
          <p:cNvPr id="23" name="Espace réservé du texte 22">
            <a:extLst>
              <a:ext uri="{FF2B5EF4-FFF2-40B4-BE49-F238E27FC236}">
                <a16:creationId xmlns:a16="http://schemas.microsoft.com/office/drawing/2014/main" id="{0363CE7F-7EAB-D46C-7B96-F7DF1EBB1FA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pPr algn="ctr"/>
            <a:r>
              <a:rPr lang="fr-FR" dirty="0">
                <a:solidFill>
                  <a:srgbClr val="121212"/>
                </a:solidFill>
                <a:latin typeface="Century Gothic" panose="020B0502020202020204" pitchFamily="34" charset="0"/>
              </a:rPr>
              <a:t>Log structuré</a:t>
            </a:r>
          </a:p>
        </p:txBody>
      </p:sp>
      <p:sp>
        <p:nvSpPr>
          <p:cNvPr id="24" name="Espace réservé du texte 23">
            <a:extLst>
              <a:ext uri="{FF2B5EF4-FFF2-40B4-BE49-F238E27FC236}">
                <a16:creationId xmlns:a16="http://schemas.microsoft.com/office/drawing/2014/main" id="{EA9BF65F-6FD6-D363-53F4-F7FE39B870E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fr-FR" dirty="0"/>
              <a:t>3</a:t>
            </a:r>
          </a:p>
        </p:txBody>
      </p:sp>
      <p:sp>
        <p:nvSpPr>
          <p:cNvPr id="25" name="Espace réservé du texte 24">
            <a:extLst>
              <a:ext uri="{FF2B5EF4-FFF2-40B4-BE49-F238E27FC236}">
                <a16:creationId xmlns:a16="http://schemas.microsoft.com/office/drawing/2014/main" id="{B75FE036-3A1E-8CB0-19EB-ECFBED6CF0A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pPr algn="ctr"/>
            <a:r>
              <a:rPr lang="fr-FR" dirty="0">
                <a:solidFill>
                  <a:srgbClr val="121212"/>
                </a:solidFill>
                <a:latin typeface="Century Gothic" panose="020B0502020202020204" pitchFamily="34" charset="0"/>
              </a:rPr>
              <a:t>Itération des agents IA</a:t>
            </a:r>
            <a:endParaRPr lang="fr-FR" dirty="0"/>
          </a:p>
        </p:txBody>
      </p:sp>
      <p:sp>
        <p:nvSpPr>
          <p:cNvPr id="26" name="Espace réservé du texte 25">
            <a:extLst>
              <a:ext uri="{FF2B5EF4-FFF2-40B4-BE49-F238E27FC236}">
                <a16:creationId xmlns:a16="http://schemas.microsoft.com/office/drawing/2014/main" id="{00306109-352F-1D63-1449-B2E3F8605395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fr-FR" dirty="0"/>
              <a:t>4</a:t>
            </a:r>
          </a:p>
        </p:txBody>
      </p:sp>
      <p:sp>
        <p:nvSpPr>
          <p:cNvPr id="27" name="Espace réservé du texte 26">
            <a:extLst>
              <a:ext uri="{FF2B5EF4-FFF2-40B4-BE49-F238E27FC236}">
                <a16:creationId xmlns:a16="http://schemas.microsoft.com/office/drawing/2014/main" id="{5D0D5A53-F1D2-8149-DDE0-42C5447445DC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pPr algn="ctr"/>
            <a:r>
              <a:rPr lang="fr-FR" dirty="0">
                <a:solidFill>
                  <a:srgbClr val="121212"/>
                </a:solidFill>
                <a:latin typeface="Century Gothic" panose="020B0502020202020204" pitchFamily="34" charset="0"/>
              </a:rPr>
              <a:t>Export de la timeline</a:t>
            </a:r>
            <a:endParaRPr lang="fr-FR" dirty="0"/>
          </a:p>
        </p:txBody>
      </p:sp>
      <p:sp>
        <p:nvSpPr>
          <p:cNvPr id="28" name="Espace réservé du texte 27">
            <a:extLst>
              <a:ext uri="{FF2B5EF4-FFF2-40B4-BE49-F238E27FC236}">
                <a16:creationId xmlns:a16="http://schemas.microsoft.com/office/drawing/2014/main" id="{252D8CED-EDF8-9B34-B689-1B9D01785D9F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r>
              <a:rPr lang="fr-FR" dirty="0"/>
              <a:t>5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5FC0BC98-CD35-A09E-38E4-0CB6A6C9E9C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fr-FR" b="0" dirty="0"/>
              <a:t>Le problème de la vidéo et l’IA : les tokens</a:t>
            </a:r>
          </a:p>
        </p:txBody>
      </p:sp>
      <p:sp>
        <p:nvSpPr>
          <p:cNvPr id="13" name="Titre 12">
            <a:extLst>
              <a:ext uri="{FF2B5EF4-FFF2-40B4-BE49-F238E27FC236}">
                <a16:creationId xmlns:a16="http://schemas.microsoft.com/office/drawing/2014/main" id="{E7C86BDD-2ADD-6C59-83FB-CB6D5AF36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874" y="936286"/>
            <a:ext cx="9917176" cy="1127738"/>
          </a:xfrm>
        </p:spPr>
        <p:txBody>
          <a:bodyPr/>
          <a:lstStyle/>
          <a:p>
            <a:r>
              <a:rPr lang="fr-FR" dirty="0"/>
              <a:t>Comprendre l’image </a:t>
            </a:r>
            <a:r>
              <a:rPr lang="fr-FR" dirty="0">
                <a:solidFill>
                  <a:schemeClr val="accent1"/>
                </a:solidFill>
              </a:rPr>
              <a:t>une fois</a:t>
            </a:r>
            <a:r>
              <a:rPr lang="fr-FR" dirty="0"/>
              <a:t>, </a:t>
            </a:r>
            <a:br>
              <a:rPr lang="fr-FR" dirty="0"/>
            </a:br>
            <a:r>
              <a:rPr lang="fr-FR" dirty="0"/>
              <a:t>itérer en texte</a:t>
            </a:r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2C857C12-2CB6-729E-20B4-49F9E6C644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34572" y="2437110"/>
            <a:ext cx="1349255" cy="267305"/>
          </a:xfrm>
          <a:prstGeom prst="rect">
            <a:avLst/>
          </a:prstGeom>
        </p:spPr>
      </p:pic>
      <p:pic>
        <p:nvPicPr>
          <p:cNvPr id="7" name="Graphique 6">
            <a:extLst>
              <a:ext uri="{FF2B5EF4-FFF2-40B4-BE49-F238E27FC236}">
                <a16:creationId xmlns:a16="http://schemas.microsoft.com/office/drawing/2014/main" id="{2337B4E9-8590-3FD0-B922-DD3C8DFE1D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82804" y="2437110"/>
            <a:ext cx="1349255" cy="267305"/>
          </a:xfrm>
          <a:prstGeom prst="rect">
            <a:avLst/>
          </a:prstGeom>
        </p:spPr>
      </p:pic>
      <p:pic>
        <p:nvPicPr>
          <p:cNvPr id="8" name="Graphique 7">
            <a:extLst>
              <a:ext uri="{FF2B5EF4-FFF2-40B4-BE49-F238E27FC236}">
                <a16:creationId xmlns:a16="http://schemas.microsoft.com/office/drawing/2014/main" id="{D6CF79AF-C26D-21CB-E9BD-1436EE7FE7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08689" y="2437110"/>
            <a:ext cx="1349255" cy="267305"/>
          </a:xfrm>
          <a:prstGeom prst="rect">
            <a:avLst/>
          </a:prstGeom>
        </p:spPr>
      </p:pic>
      <p:pic>
        <p:nvPicPr>
          <p:cNvPr id="9" name="Graphique 8">
            <a:extLst>
              <a:ext uri="{FF2B5EF4-FFF2-40B4-BE49-F238E27FC236}">
                <a16:creationId xmlns:a16="http://schemas.microsoft.com/office/drawing/2014/main" id="{F78C00ED-BF3D-7368-400D-C26C6553A6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60456" y="2437110"/>
            <a:ext cx="1349255" cy="267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808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3D5B9563-EAD9-FB81-E8F2-4AE565F925A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2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F768062-74F3-D5EB-24A8-78244BFAB1C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fr-FR" b="0" dirty="0"/>
              <a:t>L’orchestration agentique : harnais et contrats</a:t>
            </a:r>
          </a:p>
        </p:txBody>
      </p:sp>
    </p:spTree>
    <p:extLst>
      <p:ext uri="{BB962C8B-B14F-4D97-AF65-F5344CB8AC3E}">
        <p14:creationId xmlns:p14="http://schemas.microsoft.com/office/powerpoint/2010/main" val="4160316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raphique 88">
            <a:extLst>
              <a:ext uri="{FF2B5EF4-FFF2-40B4-BE49-F238E27FC236}">
                <a16:creationId xmlns:a16="http://schemas.microsoft.com/office/drawing/2014/main" id="{E31717ED-548B-83F6-7C79-5BD0EBB46B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64799" y="3365771"/>
            <a:ext cx="1246482" cy="1424552"/>
          </a:xfrm>
          <a:prstGeom prst="rect">
            <a:avLst/>
          </a:prstGeom>
        </p:spPr>
      </p:pic>
      <p:pic>
        <p:nvPicPr>
          <p:cNvPr id="90" name="Graphique 89">
            <a:extLst>
              <a:ext uri="{FF2B5EF4-FFF2-40B4-BE49-F238E27FC236}">
                <a16:creationId xmlns:a16="http://schemas.microsoft.com/office/drawing/2014/main" id="{0481445B-B361-8E04-9286-5402701C04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2642" y="2004448"/>
            <a:ext cx="1246482" cy="1424552"/>
          </a:xfrm>
          <a:prstGeom prst="rect">
            <a:avLst/>
          </a:prstGeom>
        </p:spPr>
      </p:pic>
      <p:pic>
        <p:nvPicPr>
          <p:cNvPr id="91" name="Graphique 90">
            <a:extLst>
              <a:ext uri="{FF2B5EF4-FFF2-40B4-BE49-F238E27FC236}">
                <a16:creationId xmlns:a16="http://schemas.microsoft.com/office/drawing/2014/main" id="{541A1C02-2BE2-4450-99D8-542EB1FC0A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46959" y="4772948"/>
            <a:ext cx="1246482" cy="1424552"/>
          </a:xfrm>
          <a:prstGeom prst="rect">
            <a:avLst/>
          </a:prstGeom>
        </p:spPr>
      </p:pic>
      <p:pic>
        <p:nvPicPr>
          <p:cNvPr id="92" name="Graphique 91">
            <a:extLst>
              <a:ext uri="{FF2B5EF4-FFF2-40B4-BE49-F238E27FC236}">
                <a16:creationId xmlns:a16="http://schemas.microsoft.com/office/drawing/2014/main" id="{BAC489AE-D474-7403-86E9-663689E272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25263" y="4772948"/>
            <a:ext cx="1246482" cy="1424552"/>
          </a:xfrm>
          <a:prstGeom prst="rect">
            <a:avLst/>
          </a:prstGeom>
        </p:spPr>
      </p:pic>
      <p:pic>
        <p:nvPicPr>
          <p:cNvPr id="93" name="Graphique 92">
            <a:extLst>
              <a:ext uri="{FF2B5EF4-FFF2-40B4-BE49-F238E27FC236}">
                <a16:creationId xmlns:a16="http://schemas.microsoft.com/office/drawing/2014/main" id="{0EDB2E20-FF0B-30BA-9F39-3711FB4FA6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76839" y="3365771"/>
            <a:ext cx="1246482" cy="1424552"/>
          </a:xfrm>
          <a:prstGeom prst="rect">
            <a:avLst/>
          </a:prstGeom>
        </p:spPr>
      </p:pic>
      <p:pic>
        <p:nvPicPr>
          <p:cNvPr id="94" name="Graphique 93">
            <a:extLst>
              <a:ext uri="{FF2B5EF4-FFF2-40B4-BE49-F238E27FC236}">
                <a16:creationId xmlns:a16="http://schemas.microsoft.com/office/drawing/2014/main" id="{098A3A29-02A9-8076-F1E3-218DA7D76C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25263" y="2003822"/>
            <a:ext cx="1246482" cy="1424552"/>
          </a:xfrm>
          <a:prstGeom prst="rect">
            <a:avLst/>
          </a:prstGeom>
        </p:spPr>
      </p:pic>
      <p:sp>
        <p:nvSpPr>
          <p:cNvPr id="70" name="Espace réservé du texte 69">
            <a:extLst>
              <a:ext uri="{FF2B5EF4-FFF2-40B4-BE49-F238E27FC236}">
                <a16:creationId xmlns:a16="http://schemas.microsoft.com/office/drawing/2014/main" id="{FE9F799E-9EDD-B280-98AF-E6B2787CBA5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fr-FR" b="0" dirty="0"/>
              <a:t>L’orchestration agentique : harnais et contrats</a:t>
            </a:r>
          </a:p>
        </p:txBody>
      </p:sp>
      <p:sp>
        <p:nvSpPr>
          <p:cNvPr id="72" name="Espace réservé du texte 71">
            <a:extLst>
              <a:ext uri="{FF2B5EF4-FFF2-40B4-BE49-F238E27FC236}">
                <a16:creationId xmlns:a16="http://schemas.microsoft.com/office/drawing/2014/main" id="{3DD95D30-9465-3B6C-5ED2-663847AE1DF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r>
              <a:rPr lang="fr-FR" dirty="0"/>
              <a:t>Orchestrateur</a:t>
            </a:r>
          </a:p>
          <a:p>
            <a:endParaRPr lang="fr-FR" dirty="0"/>
          </a:p>
        </p:txBody>
      </p:sp>
      <p:sp>
        <p:nvSpPr>
          <p:cNvPr id="73" name="Espace réservé du texte 72">
            <a:extLst>
              <a:ext uri="{FF2B5EF4-FFF2-40B4-BE49-F238E27FC236}">
                <a16:creationId xmlns:a16="http://schemas.microsoft.com/office/drawing/2014/main" id="{CCB95B62-1745-C008-29C3-93DAED02AC2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r>
              <a:rPr lang="fr-FR" dirty="0"/>
              <a:t>API </a:t>
            </a:r>
            <a:r>
              <a:rPr lang="fr-FR" dirty="0" err="1"/>
              <a:t>Resolve</a:t>
            </a:r>
            <a:endParaRPr lang="fr-FR" dirty="0"/>
          </a:p>
          <a:p>
            <a:endParaRPr lang="fr-FR" dirty="0"/>
          </a:p>
        </p:txBody>
      </p:sp>
      <p:sp>
        <p:nvSpPr>
          <p:cNvPr id="74" name="Espace réservé du texte 73">
            <a:extLst>
              <a:ext uri="{FF2B5EF4-FFF2-40B4-BE49-F238E27FC236}">
                <a16:creationId xmlns:a16="http://schemas.microsoft.com/office/drawing/2014/main" id="{C7F4D7DA-3063-54BE-89F3-57940D60704A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r>
              <a:rPr lang="fr-FR" dirty="0"/>
              <a:t>État &amp; historique</a:t>
            </a:r>
          </a:p>
          <a:p>
            <a:endParaRPr lang="fr-FR" dirty="0"/>
          </a:p>
        </p:txBody>
      </p:sp>
      <p:sp>
        <p:nvSpPr>
          <p:cNvPr id="71" name="Espace réservé du texte 70">
            <a:extLst>
              <a:ext uri="{FF2B5EF4-FFF2-40B4-BE49-F238E27FC236}">
                <a16:creationId xmlns:a16="http://schemas.microsoft.com/office/drawing/2014/main" id="{D202B41C-FC46-6883-0B13-8F4286EEF8C5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r>
              <a:rPr lang="fr-FR" dirty="0">
                <a:solidFill>
                  <a:srgbClr val="121212"/>
                </a:solidFill>
                <a:latin typeface="Century Gothic" panose="020B0502020202020204" pitchFamily="34" charset="0"/>
              </a:rPr>
              <a:t>schémas validés entre agents</a:t>
            </a:r>
          </a:p>
          <a:p>
            <a:endParaRPr lang="fr-FR" dirty="0"/>
          </a:p>
        </p:txBody>
      </p:sp>
      <p:sp>
        <p:nvSpPr>
          <p:cNvPr id="76" name="Espace réservé du texte 75">
            <a:extLst>
              <a:ext uri="{FF2B5EF4-FFF2-40B4-BE49-F238E27FC236}">
                <a16:creationId xmlns:a16="http://schemas.microsoft.com/office/drawing/2014/main" id="{87FD5E8B-1CF0-BF8E-4B4F-5605A2AF41F0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/>
        <p:txBody>
          <a:bodyPr/>
          <a:lstStyle/>
          <a:p>
            <a:r>
              <a:rPr lang="fr-FR" dirty="0" err="1">
                <a:solidFill>
                  <a:srgbClr val="121212"/>
                </a:solidFill>
                <a:latin typeface="Century Gothic" panose="020B0502020202020204" pitchFamily="34" charset="0"/>
              </a:rPr>
              <a:t>Ffprobe</a:t>
            </a:r>
            <a:r>
              <a:rPr lang="fr-FR" dirty="0">
                <a:solidFill>
                  <a:srgbClr val="121212"/>
                </a:solidFill>
                <a:latin typeface="Century Gothic" panose="020B0502020202020204" pitchFamily="34" charset="0"/>
              </a:rPr>
              <a:t>, </a:t>
            </a:r>
            <a:r>
              <a:rPr lang="fr-FR" dirty="0" err="1">
                <a:solidFill>
                  <a:srgbClr val="121212"/>
                </a:solidFill>
                <a:latin typeface="Century Gothic" panose="020B0502020202020204" pitchFamily="34" charset="0"/>
              </a:rPr>
              <a:t>OpenCV</a:t>
            </a:r>
            <a:endParaRPr lang="fr-FR" dirty="0">
              <a:solidFill>
                <a:srgbClr val="121212"/>
              </a:solidFill>
              <a:latin typeface="Century Gothic" panose="020B0502020202020204" pitchFamily="34" charset="0"/>
            </a:endParaRPr>
          </a:p>
          <a:p>
            <a:endParaRPr lang="fr-FR" dirty="0"/>
          </a:p>
        </p:txBody>
      </p:sp>
      <p:sp>
        <p:nvSpPr>
          <p:cNvPr id="77" name="Espace réservé du texte 76">
            <a:extLst>
              <a:ext uri="{FF2B5EF4-FFF2-40B4-BE49-F238E27FC236}">
                <a16:creationId xmlns:a16="http://schemas.microsoft.com/office/drawing/2014/main" id="{78F31B63-9925-4EE5-07D0-E3953DF62592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/>
        <p:txBody>
          <a:bodyPr/>
          <a:lstStyle/>
          <a:p>
            <a:r>
              <a:rPr lang="fr-FR" dirty="0"/>
              <a:t>Perception</a:t>
            </a:r>
          </a:p>
        </p:txBody>
      </p:sp>
      <p:sp>
        <p:nvSpPr>
          <p:cNvPr id="78" name="Espace réservé du texte 77">
            <a:extLst>
              <a:ext uri="{FF2B5EF4-FFF2-40B4-BE49-F238E27FC236}">
                <a16:creationId xmlns:a16="http://schemas.microsoft.com/office/drawing/2014/main" id="{F6E878D0-5931-A5C6-377B-3C8CC8C6E35A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/>
        <p:txBody>
          <a:bodyPr/>
          <a:lstStyle/>
          <a:p>
            <a:r>
              <a:rPr lang="fr-FR" dirty="0" err="1"/>
              <a:t>moviepy</a:t>
            </a:r>
            <a:r>
              <a:rPr lang="fr-FR" dirty="0"/>
              <a:t> rend le plan</a:t>
            </a:r>
          </a:p>
        </p:txBody>
      </p:sp>
      <p:sp>
        <p:nvSpPr>
          <p:cNvPr id="79" name="Espace réservé du texte 78">
            <a:extLst>
              <a:ext uri="{FF2B5EF4-FFF2-40B4-BE49-F238E27FC236}">
                <a16:creationId xmlns:a16="http://schemas.microsoft.com/office/drawing/2014/main" id="{10AAD4AA-E1F4-8790-097D-38E2CE884081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/>
        <p:txBody>
          <a:bodyPr/>
          <a:lstStyle/>
          <a:p>
            <a:r>
              <a:rPr lang="fr-FR" dirty="0">
                <a:solidFill>
                  <a:schemeClr val="accent1"/>
                </a:solidFill>
              </a:rPr>
              <a:t>Exécution</a:t>
            </a:r>
          </a:p>
          <a:p>
            <a:endParaRPr lang="fr-FR" dirty="0">
              <a:solidFill>
                <a:schemeClr val="accent1"/>
              </a:solidFill>
            </a:endParaRPr>
          </a:p>
        </p:txBody>
      </p:sp>
      <p:sp>
        <p:nvSpPr>
          <p:cNvPr id="75" name="Espace réservé du texte 74">
            <a:extLst>
              <a:ext uri="{FF2B5EF4-FFF2-40B4-BE49-F238E27FC236}">
                <a16:creationId xmlns:a16="http://schemas.microsoft.com/office/drawing/2014/main" id="{3FF62C68-A74A-F04D-21DB-10F55FAAB9B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/>
        <p:txBody>
          <a:bodyPr/>
          <a:lstStyle/>
          <a:p>
            <a:r>
              <a:rPr lang="fr-FR" dirty="0">
                <a:solidFill>
                  <a:schemeClr val="accent1"/>
                </a:solidFill>
              </a:rPr>
              <a:t>Contrats </a:t>
            </a:r>
            <a:r>
              <a:rPr lang="fr-FR" dirty="0" err="1">
                <a:solidFill>
                  <a:schemeClr val="accent1"/>
                </a:solidFill>
              </a:rPr>
              <a:t>pydantic</a:t>
            </a:r>
            <a:endParaRPr lang="fr-FR" dirty="0">
              <a:solidFill>
                <a:schemeClr val="accent1"/>
              </a:solidFill>
            </a:endParaRPr>
          </a:p>
          <a:p>
            <a:endParaRPr lang="fr-FR" dirty="0"/>
          </a:p>
        </p:txBody>
      </p:sp>
      <p:sp>
        <p:nvSpPr>
          <p:cNvPr id="36" name="Titre 35">
            <a:extLst>
              <a:ext uri="{FF2B5EF4-FFF2-40B4-BE49-F238E27FC236}">
                <a16:creationId xmlns:a16="http://schemas.microsoft.com/office/drawing/2014/main" id="{1E04C094-E0D8-3501-5469-A96B2B591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874" y="936286"/>
            <a:ext cx="9745726" cy="661988"/>
          </a:xfrm>
        </p:spPr>
        <p:txBody>
          <a:bodyPr/>
          <a:lstStyle/>
          <a:p>
            <a:r>
              <a:rPr lang="fr-FR"/>
              <a:t>Le harnais : </a:t>
            </a:r>
            <a:r>
              <a:rPr lang="fr-FR">
                <a:solidFill>
                  <a:schemeClr val="accent1"/>
                </a:solidFill>
              </a:rPr>
              <a:t>tout ce qui n'est pas le LLM</a:t>
            </a:r>
            <a:endParaRPr lang="fr-FR"/>
          </a:p>
        </p:txBody>
      </p:sp>
      <p:sp>
        <p:nvSpPr>
          <p:cNvPr id="86" name="Espace réservé du texte 85">
            <a:extLst>
              <a:ext uri="{FF2B5EF4-FFF2-40B4-BE49-F238E27FC236}">
                <a16:creationId xmlns:a16="http://schemas.microsoft.com/office/drawing/2014/main" id="{8BB89D0B-F118-2037-5DE6-AE979A1D3A81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/>
        <p:txBody>
          <a:bodyPr/>
          <a:lstStyle/>
          <a:p>
            <a:r>
              <a:rPr lang="fr-FR" dirty="0"/>
              <a:t>machine à états non-linéaire</a:t>
            </a:r>
          </a:p>
          <a:p>
            <a:endParaRPr lang="fr-FR" dirty="0"/>
          </a:p>
        </p:txBody>
      </p:sp>
      <p:sp>
        <p:nvSpPr>
          <p:cNvPr id="87" name="Espace réservé du texte 86">
            <a:extLst>
              <a:ext uri="{FF2B5EF4-FFF2-40B4-BE49-F238E27FC236}">
                <a16:creationId xmlns:a16="http://schemas.microsoft.com/office/drawing/2014/main" id="{3BBB2514-3D9C-0EF8-BB6B-DB6CC18713E6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r>
              <a:rPr lang="fr-FR" dirty="0"/>
              <a:t>traçabilité de chaque run</a:t>
            </a:r>
          </a:p>
          <a:p>
            <a:endParaRPr lang="fr-FR" dirty="0"/>
          </a:p>
        </p:txBody>
      </p:sp>
      <p:sp>
        <p:nvSpPr>
          <p:cNvPr id="88" name="Espace réservé du texte 87">
            <a:extLst>
              <a:ext uri="{FF2B5EF4-FFF2-40B4-BE49-F238E27FC236}">
                <a16:creationId xmlns:a16="http://schemas.microsoft.com/office/drawing/2014/main" id="{2EADCE6D-9FAC-2D8D-53F6-6D6CEC9E69DD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/>
        <p:txBody>
          <a:bodyPr/>
          <a:lstStyle/>
          <a:p>
            <a:r>
              <a:rPr lang="fr-FR" dirty="0">
                <a:solidFill>
                  <a:srgbClr val="121212"/>
                </a:solidFill>
                <a:latin typeface="Century Gothic" panose="020B0502020202020204" pitchFamily="34" charset="0"/>
              </a:rPr>
              <a:t>l'actionneur final</a:t>
            </a:r>
          </a:p>
          <a:p>
            <a:endParaRPr lang="fr-FR" dirty="0"/>
          </a:p>
        </p:txBody>
      </p:sp>
      <p:pic>
        <p:nvPicPr>
          <p:cNvPr id="63" name="Graphique 62">
            <a:extLst>
              <a:ext uri="{FF2B5EF4-FFF2-40B4-BE49-F238E27FC236}">
                <a16:creationId xmlns:a16="http://schemas.microsoft.com/office/drawing/2014/main" id="{66E26AE9-69A6-8AD2-EE3C-2D04A51BE0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76303" y="5205434"/>
            <a:ext cx="620303" cy="678004"/>
          </a:xfrm>
          <a:prstGeom prst="rect">
            <a:avLst/>
          </a:prstGeom>
        </p:spPr>
      </p:pic>
      <p:pic>
        <p:nvPicPr>
          <p:cNvPr id="64" name="Graphique 63">
            <a:extLst>
              <a:ext uri="{FF2B5EF4-FFF2-40B4-BE49-F238E27FC236}">
                <a16:creationId xmlns:a16="http://schemas.microsoft.com/office/drawing/2014/main" id="{9F2964C6-56B0-D262-290D-29AE60C072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52454" y="5199035"/>
            <a:ext cx="738145" cy="712246"/>
          </a:xfrm>
          <a:prstGeom prst="rect">
            <a:avLst/>
          </a:prstGeom>
        </p:spPr>
      </p:pic>
      <p:pic>
        <p:nvPicPr>
          <p:cNvPr id="65" name="Graphique 64">
            <a:extLst>
              <a:ext uri="{FF2B5EF4-FFF2-40B4-BE49-F238E27FC236}">
                <a16:creationId xmlns:a16="http://schemas.microsoft.com/office/drawing/2014/main" id="{8BA4CD12-EB5A-7FC7-4A9D-E98F9A0E59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11734" y="3789526"/>
            <a:ext cx="683969" cy="598473"/>
          </a:xfrm>
          <a:prstGeom prst="rect">
            <a:avLst/>
          </a:prstGeom>
        </p:spPr>
      </p:pic>
      <p:pic>
        <p:nvPicPr>
          <p:cNvPr id="66" name="Graphique 65">
            <a:extLst>
              <a:ext uri="{FF2B5EF4-FFF2-40B4-BE49-F238E27FC236}">
                <a16:creationId xmlns:a16="http://schemas.microsoft.com/office/drawing/2014/main" id="{26086CCB-AD80-6986-0FDF-911C4770CF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75024" y="2325323"/>
            <a:ext cx="523478" cy="736141"/>
          </a:xfrm>
          <a:prstGeom prst="rect">
            <a:avLst/>
          </a:prstGeom>
        </p:spPr>
      </p:pic>
      <p:pic>
        <p:nvPicPr>
          <p:cNvPr id="67" name="Graphique 66">
            <a:extLst>
              <a:ext uri="{FF2B5EF4-FFF2-40B4-BE49-F238E27FC236}">
                <a16:creationId xmlns:a16="http://schemas.microsoft.com/office/drawing/2014/main" id="{DA7C9208-8F47-EEA9-C05D-AC10D29DAF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213608" y="3738886"/>
            <a:ext cx="710642" cy="710642"/>
          </a:xfrm>
          <a:prstGeom prst="rect">
            <a:avLst/>
          </a:prstGeom>
        </p:spPr>
      </p:pic>
      <p:pic>
        <p:nvPicPr>
          <p:cNvPr id="68" name="Graphique 67">
            <a:extLst>
              <a:ext uri="{FF2B5EF4-FFF2-40B4-BE49-F238E27FC236}">
                <a16:creationId xmlns:a16="http://schemas.microsoft.com/office/drawing/2014/main" id="{B369ACC1-CAD1-2565-1648-B01AD970C4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31659" y="2503361"/>
            <a:ext cx="714661" cy="510472"/>
          </a:xfrm>
          <a:prstGeom prst="rect">
            <a:avLst/>
          </a:prstGeom>
        </p:spPr>
      </p:pic>
      <p:sp>
        <p:nvSpPr>
          <p:cNvPr id="9018" name="lbl9018"/>
          <p:cNvSpPr txBox="1"/>
          <p:nvPr/>
        </p:nvSpPr>
        <p:spPr>
          <a:xfrm>
            <a:off x="-1538315" y="5834862"/>
            <a:ext cx="3063240" cy="1280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endParaRPr lang="fr-FR" sz="1050" b="0" dirty="0">
              <a:solidFill>
                <a:srgbClr val="121212"/>
              </a:solidFill>
              <a:latin typeface="Century Gothic" panose="020B0502020202020204" pitchFamily="34" charset="0"/>
            </a:endParaRPr>
          </a:p>
        </p:txBody>
      </p:sp>
      <p:sp>
        <p:nvSpPr>
          <p:cNvPr id="9019" name="lbl9019"/>
          <p:cNvSpPr txBox="1"/>
          <p:nvPr/>
        </p:nvSpPr>
        <p:spPr>
          <a:xfrm>
            <a:off x="9461136" y="1388435"/>
            <a:ext cx="3063240" cy="1280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endParaRPr lang="fr-FR" sz="1050" b="0" dirty="0">
              <a:solidFill>
                <a:srgbClr val="121212"/>
              </a:solidFill>
              <a:latin typeface="Century Gothic" panose="020B0502020202020204" pitchFamily="34" charset="0"/>
            </a:endParaRPr>
          </a:p>
        </p:txBody>
      </p:sp>
      <p:sp>
        <p:nvSpPr>
          <p:cNvPr id="9020" name="lbl9020"/>
          <p:cNvSpPr txBox="1"/>
          <p:nvPr/>
        </p:nvSpPr>
        <p:spPr>
          <a:xfrm>
            <a:off x="10154195" y="5000336"/>
            <a:ext cx="3063240" cy="1280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endParaRPr lang="fr-FR" sz="1050" b="0" dirty="0">
              <a:solidFill>
                <a:srgbClr val="121212"/>
              </a:solidFill>
              <a:latin typeface="Century Gothic" panose="020B0502020202020204" pitchFamily="34" charset="0"/>
            </a:endParaRPr>
          </a:p>
        </p:txBody>
      </p:sp>
      <p:sp>
        <p:nvSpPr>
          <p:cNvPr id="9021" name="lbl9021"/>
          <p:cNvSpPr txBox="1"/>
          <p:nvPr/>
        </p:nvSpPr>
        <p:spPr>
          <a:xfrm>
            <a:off x="8711980" y="6217920"/>
            <a:ext cx="3063240" cy="1280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endParaRPr lang="fr-FR" sz="1050" b="0" dirty="0">
              <a:solidFill>
                <a:srgbClr val="121212"/>
              </a:solidFill>
              <a:latin typeface="Century Gothic" panose="020B0502020202020204" pitchFamily="34" charset="0"/>
            </a:endParaRPr>
          </a:p>
        </p:txBody>
      </p:sp>
      <p:sp>
        <p:nvSpPr>
          <p:cNvPr id="9022" name="lbl9022"/>
          <p:cNvSpPr txBox="1"/>
          <p:nvPr/>
        </p:nvSpPr>
        <p:spPr>
          <a:xfrm>
            <a:off x="2468880" y="6419088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fr-FR" sz="1200" b="1" dirty="0">
                <a:solidFill>
                  <a:srgbClr val="5753FF"/>
                </a:solidFill>
                <a:latin typeface="Century Gothic" panose="020B0502020202020204" pitchFamily="34" charset="0"/>
              </a:rPr>
              <a:t>L’harnais fait le système : le LLM ne fait que 10 % du travail</a:t>
            </a:r>
          </a:p>
        </p:txBody>
      </p:sp>
    </p:spTree>
    <p:extLst>
      <p:ext uri="{BB962C8B-B14F-4D97-AF65-F5344CB8AC3E}">
        <p14:creationId xmlns:p14="http://schemas.microsoft.com/office/powerpoint/2010/main" val="2638359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que 28">
            <a:extLst>
              <a:ext uri="{FF2B5EF4-FFF2-40B4-BE49-F238E27FC236}">
                <a16:creationId xmlns:a16="http://schemas.microsoft.com/office/drawing/2014/main" id="{F0CA6A2D-594F-93CC-49B9-225BB7672D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96149" y="1749307"/>
            <a:ext cx="2193533" cy="5814605"/>
          </a:xfrm>
          <a:prstGeom prst="rect">
            <a:avLst/>
          </a:prstGeom>
        </p:spPr>
      </p:pic>
      <p:pic>
        <p:nvPicPr>
          <p:cNvPr id="30" name="Graphique 29">
            <a:extLst>
              <a:ext uri="{FF2B5EF4-FFF2-40B4-BE49-F238E27FC236}">
                <a16:creationId xmlns:a16="http://schemas.microsoft.com/office/drawing/2014/main" id="{9742E543-3E67-E92A-EF79-54356936FA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7015980" y="-334538"/>
            <a:ext cx="2193533" cy="5814605"/>
          </a:xfrm>
          <a:prstGeom prst="rect">
            <a:avLst/>
          </a:prstGeom>
        </p:spPr>
      </p:pic>
      <p:pic>
        <p:nvPicPr>
          <p:cNvPr id="31" name="Graphique 30">
            <a:extLst>
              <a:ext uri="{FF2B5EF4-FFF2-40B4-BE49-F238E27FC236}">
                <a16:creationId xmlns:a16="http://schemas.microsoft.com/office/drawing/2014/main" id="{03C84727-EF74-ED4D-FC55-C33274DD95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58143" y="1749307"/>
            <a:ext cx="2193533" cy="5814605"/>
          </a:xfrm>
          <a:prstGeom prst="rect">
            <a:avLst/>
          </a:prstGeom>
        </p:spPr>
      </p:pic>
      <p:pic>
        <p:nvPicPr>
          <p:cNvPr id="32" name="Graphique 31">
            <a:extLst>
              <a:ext uri="{FF2B5EF4-FFF2-40B4-BE49-F238E27FC236}">
                <a16:creationId xmlns:a16="http://schemas.microsoft.com/office/drawing/2014/main" id="{B0B544CD-4B8E-FFD9-187C-86BB053EA7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77416" y="3843268"/>
            <a:ext cx="986013" cy="815357"/>
          </a:xfrm>
          <a:prstGeom prst="rect">
            <a:avLst/>
          </a:prstGeom>
        </p:spPr>
      </p:pic>
      <p:pic>
        <p:nvPicPr>
          <p:cNvPr id="33" name="Graphique 32">
            <a:extLst>
              <a:ext uri="{FF2B5EF4-FFF2-40B4-BE49-F238E27FC236}">
                <a16:creationId xmlns:a16="http://schemas.microsoft.com/office/drawing/2014/main" id="{49FD996E-B70B-DBDC-0E98-0E14516F63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53999" y="2427860"/>
            <a:ext cx="662405" cy="1168950"/>
          </a:xfrm>
          <a:prstGeom prst="rect">
            <a:avLst/>
          </a:prstGeom>
        </p:spPr>
      </p:pic>
      <p:pic>
        <p:nvPicPr>
          <p:cNvPr id="34" name="Graphique 33">
            <a:extLst>
              <a:ext uri="{FF2B5EF4-FFF2-40B4-BE49-F238E27FC236}">
                <a16:creationId xmlns:a16="http://schemas.microsoft.com/office/drawing/2014/main" id="{E661E326-2AAA-E2D7-566A-745A9B20B9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36940" y="2524581"/>
            <a:ext cx="875173" cy="1050208"/>
          </a:xfrm>
          <a:prstGeom prst="rect">
            <a:avLst/>
          </a:prstGeom>
        </p:spPr>
      </p:pic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A564ED45-42C1-8619-D715-46600C20412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fr-FR" b="0" dirty="0"/>
              <a:t>Feedback : la boucle qui corrige sans être infinie</a:t>
            </a:r>
          </a:p>
        </p:txBody>
      </p:sp>
      <p:sp>
        <p:nvSpPr>
          <p:cNvPr id="21" name="Espace réservé du texte 20">
            <a:extLst>
              <a:ext uri="{FF2B5EF4-FFF2-40B4-BE49-F238E27FC236}">
                <a16:creationId xmlns:a16="http://schemas.microsoft.com/office/drawing/2014/main" id="{D99F6974-E8BE-B10B-4AB8-8D1A860AADCA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69874" y="3177522"/>
            <a:ext cx="2954401" cy="251478"/>
          </a:xfrm>
        </p:spPr>
        <p:txBody>
          <a:bodyPr/>
          <a:lstStyle/>
          <a:p>
            <a:r>
              <a:rPr lang="fr-FR" dirty="0"/>
              <a:t>Qu’est-ce qu’un agent IA ? </a:t>
            </a:r>
          </a:p>
        </p:txBody>
      </p:sp>
      <p:sp>
        <p:nvSpPr>
          <p:cNvPr id="19" name="Titre 18">
            <a:extLst>
              <a:ext uri="{FF2B5EF4-FFF2-40B4-BE49-F238E27FC236}">
                <a16:creationId xmlns:a16="http://schemas.microsoft.com/office/drawing/2014/main" id="{C1E6BB89-CADA-11AE-743A-095A7F656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Percevoir</a:t>
            </a:r>
            <a:r>
              <a:rPr lang="fr-FR">
                <a:solidFill>
                  <a:schemeClr val="accent1"/>
                </a:solidFill>
              </a:rPr>
              <a:t>, décider, agir</a:t>
            </a:r>
            <a:endParaRPr lang="fr-FR"/>
          </a:p>
        </p:txBody>
      </p:sp>
      <p:sp>
        <p:nvSpPr>
          <p:cNvPr id="25" name="Espace réservé du texte 24">
            <a:extLst>
              <a:ext uri="{FF2B5EF4-FFF2-40B4-BE49-F238E27FC236}">
                <a16:creationId xmlns:a16="http://schemas.microsoft.com/office/drawing/2014/main" id="{FA819F99-51A0-79A4-B436-CD0436054EE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r>
              <a:rPr lang="fr-FR" dirty="0">
                <a:solidFill>
                  <a:srgbClr val="121212"/>
                </a:solidFill>
              </a:rPr>
              <a:t>L’agent diffère du LLM par son process</a:t>
            </a:r>
            <a:endParaRPr lang="fr-FR" dirty="0"/>
          </a:p>
        </p:txBody>
      </p:sp>
      <p:sp>
        <p:nvSpPr>
          <p:cNvPr id="26" name="Espace réservé du texte 25">
            <a:extLst>
              <a:ext uri="{FF2B5EF4-FFF2-40B4-BE49-F238E27FC236}">
                <a16:creationId xmlns:a16="http://schemas.microsoft.com/office/drawing/2014/main" id="{5760EE3E-424E-D91F-0D3B-F26AE6814EC0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pPr algn="ctr"/>
            <a:r>
              <a:rPr lang="fr-FR" sz="1600" b="1" dirty="0">
                <a:solidFill>
                  <a:srgbClr val="FFFFFF"/>
                </a:solidFill>
              </a:rPr>
              <a:t>PERCEVOIR</a:t>
            </a:r>
          </a:p>
          <a:p>
            <a:pPr algn="ctr"/>
            <a:r>
              <a:rPr lang="fr-FR" dirty="0" err="1">
                <a:solidFill>
                  <a:srgbClr val="FFFFFF"/>
                </a:solidFill>
              </a:rPr>
              <a:t>ffprobe</a:t>
            </a:r>
            <a:r>
              <a:rPr lang="fr-FR" dirty="0">
                <a:solidFill>
                  <a:srgbClr val="FFFFFF"/>
                </a:solidFill>
              </a:rPr>
              <a:t>, scènes, vision par </a:t>
            </a:r>
            <a:r>
              <a:rPr lang="fr-FR" dirty="0" err="1">
                <a:solidFill>
                  <a:srgbClr val="FFFFFF"/>
                </a:solidFill>
              </a:rPr>
              <a:t>keyframes</a:t>
            </a:r>
            <a:r>
              <a:rPr lang="fr-FR" dirty="0">
                <a:solidFill>
                  <a:srgbClr val="FFFFFF"/>
                </a:solidFill>
              </a:rPr>
              <a:t> : l’agent ne devine pas, il regarde.</a:t>
            </a:r>
          </a:p>
          <a:p>
            <a:endParaRPr lang="fr-FR" dirty="0"/>
          </a:p>
        </p:txBody>
      </p:sp>
      <p:sp>
        <p:nvSpPr>
          <p:cNvPr id="27" name="Espace réservé du texte 26">
            <a:extLst>
              <a:ext uri="{FF2B5EF4-FFF2-40B4-BE49-F238E27FC236}">
                <a16:creationId xmlns:a16="http://schemas.microsoft.com/office/drawing/2014/main" id="{CD41EEDB-7184-4AEB-4570-2F39C669246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pPr algn="ctr"/>
            <a:r>
              <a:rPr lang="fr-FR" sz="1600" b="1" dirty="0">
                <a:solidFill>
                  <a:srgbClr val="FFFFFF"/>
                </a:solidFill>
              </a:rPr>
              <a:t>DÉCIDER</a:t>
            </a:r>
          </a:p>
          <a:p>
            <a:pPr algn="ctr"/>
            <a:r>
              <a:rPr lang="fr-FR" dirty="0">
                <a:solidFill>
                  <a:srgbClr val="FFFFFF"/>
                </a:solidFill>
              </a:rPr>
              <a:t>le LLM raisonne sur du texte structuré : segments, scores, feedback.</a:t>
            </a:r>
          </a:p>
          <a:p>
            <a:endParaRPr lang="fr-FR" dirty="0"/>
          </a:p>
        </p:txBody>
      </p:sp>
      <p:sp>
        <p:nvSpPr>
          <p:cNvPr id="28" name="Espace réservé du texte 27">
            <a:extLst>
              <a:ext uri="{FF2B5EF4-FFF2-40B4-BE49-F238E27FC236}">
                <a16:creationId xmlns:a16="http://schemas.microsoft.com/office/drawing/2014/main" id="{1481189F-3FDD-A1B1-FA70-733BBFAB9DD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pPr algn="ctr"/>
            <a:r>
              <a:rPr lang="fr-FR" sz="1600" b="1" dirty="0">
                <a:solidFill>
                  <a:srgbClr val="121212"/>
                </a:solidFill>
              </a:rPr>
              <a:t>AGIR</a:t>
            </a:r>
          </a:p>
          <a:p>
            <a:pPr algn="ctr"/>
            <a:r>
              <a:rPr lang="fr-FR" dirty="0" err="1">
                <a:solidFill>
                  <a:srgbClr val="121212"/>
                </a:solidFill>
              </a:rPr>
              <a:t>moviepy</a:t>
            </a:r>
            <a:r>
              <a:rPr lang="fr-FR" dirty="0">
                <a:solidFill>
                  <a:srgbClr val="121212"/>
                </a:solidFill>
              </a:rPr>
              <a:t> rend le film ; l’API </a:t>
            </a:r>
            <a:r>
              <a:rPr lang="fr-FR" dirty="0" err="1">
                <a:solidFill>
                  <a:srgbClr val="121212"/>
                </a:solidFill>
              </a:rPr>
              <a:t>Resolve</a:t>
            </a:r>
            <a:r>
              <a:rPr lang="fr-FR" dirty="0">
                <a:solidFill>
                  <a:srgbClr val="121212"/>
                </a:solidFill>
              </a:rPr>
              <a:t> écrit la timeline chez le monteur.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343590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du texte 21">
            <a:extLst>
              <a:ext uri="{FF2B5EF4-FFF2-40B4-BE49-F238E27FC236}">
                <a16:creationId xmlns:a16="http://schemas.microsoft.com/office/drawing/2014/main" id="{560689EC-3A19-9F03-697C-3BB4A01BA869}"/>
              </a:ext>
            </a:extLst>
          </p:cNvPr>
          <p:cNvSpPr txBox="1">
            <a:spLocks/>
          </p:cNvSpPr>
          <p:nvPr/>
        </p:nvSpPr>
        <p:spPr>
          <a:xfrm>
            <a:off x="769873" y="1846159"/>
            <a:ext cx="5127003" cy="1380697"/>
          </a:xfrm>
          <a:prstGeom prst="roundRect">
            <a:avLst>
              <a:gd name="adj" fmla="val 16998"/>
            </a:avLst>
          </a:prstGeom>
          <a:solidFill>
            <a:schemeClr val="accent1"/>
          </a:solidFill>
          <a:ln w="19050">
            <a:noFill/>
          </a:ln>
        </p:spPr>
        <p:txBody>
          <a:bodyPr vert="horz" wrap="square" lIns="1080000" tIns="0" rIns="1800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b="1" dirty="0">
                <a:solidFill>
                  <a:schemeClr val="bg1"/>
                </a:solidFill>
              </a:rPr>
              <a:t>ANALYZER</a:t>
            </a:r>
          </a:p>
          <a:p>
            <a:pPr>
              <a:defRPr/>
            </a:pPr>
            <a:r>
              <a:rPr lang="fr-FR" dirty="0">
                <a:solidFill>
                  <a:schemeClr val="bg1"/>
                </a:solidFill>
              </a:rPr>
              <a:t>Regarde chaque scène (vision) et produit des VideoSegment[] : contenu, émotion, qualité, rôle suggéré.</a:t>
            </a:r>
          </a:p>
        </p:txBody>
      </p:sp>
      <p:sp>
        <p:nvSpPr>
          <p:cNvPr id="13" name="Espace réservé du texte 21">
            <a:extLst>
              <a:ext uri="{FF2B5EF4-FFF2-40B4-BE49-F238E27FC236}">
                <a16:creationId xmlns:a16="http://schemas.microsoft.com/office/drawing/2014/main" id="{91670D7E-4336-D2B6-7F58-640DB31F6E96}"/>
              </a:ext>
            </a:extLst>
          </p:cNvPr>
          <p:cNvSpPr txBox="1">
            <a:spLocks/>
          </p:cNvSpPr>
          <p:nvPr/>
        </p:nvSpPr>
        <p:spPr>
          <a:xfrm>
            <a:off x="792567" y="3443051"/>
            <a:ext cx="5127003" cy="1380697"/>
          </a:xfrm>
          <a:prstGeom prst="roundRect">
            <a:avLst>
              <a:gd name="adj" fmla="val 16998"/>
            </a:avLst>
          </a:prstGeom>
          <a:noFill/>
          <a:ln w="19050">
            <a:solidFill>
              <a:schemeClr val="accent1"/>
            </a:solidFill>
          </a:ln>
        </p:spPr>
        <p:txBody>
          <a:bodyPr vert="horz" wrap="square" lIns="1080000" tIns="0" rIns="1800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b="1"/>
              <a:t>SCENARIO</a:t>
            </a:r>
          </a:p>
          <a:p>
            <a:pPr>
              <a:defRPr/>
            </a:pPr>
            <a:r>
              <a:rPr lang="fr-FR"/>
              <a:t>Construit le récit : transforme segments + révisions en EditPlan — timeline JSON, transitions, durées.</a:t>
            </a:r>
          </a:p>
        </p:txBody>
      </p:sp>
      <p:sp>
        <p:nvSpPr>
          <p:cNvPr id="14" name="Espace réservé du texte 21">
            <a:extLst>
              <a:ext uri="{FF2B5EF4-FFF2-40B4-BE49-F238E27FC236}">
                <a16:creationId xmlns:a16="http://schemas.microsoft.com/office/drawing/2014/main" id="{98FF5E25-14A0-5723-CF54-519F76FAAD51}"/>
              </a:ext>
            </a:extLst>
          </p:cNvPr>
          <p:cNvSpPr txBox="1">
            <a:spLocks/>
          </p:cNvSpPr>
          <p:nvPr/>
        </p:nvSpPr>
        <p:spPr>
          <a:xfrm>
            <a:off x="792567" y="5028187"/>
            <a:ext cx="5127003" cy="1380697"/>
          </a:xfrm>
          <a:prstGeom prst="roundRect">
            <a:avLst>
              <a:gd name="adj" fmla="val 16998"/>
            </a:avLst>
          </a:prstGeom>
          <a:noFill/>
          <a:ln w="19050">
            <a:solidFill>
              <a:schemeClr val="accent1"/>
            </a:solidFill>
          </a:ln>
        </p:spPr>
        <p:txBody>
          <a:bodyPr vert="horz" wrap="square" lIns="1080000" tIns="0" rIns="1800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b="1"/>
              <a:t>EDITOR</a:t>
            </a:r>
          </a:p>
          <a:p>
            <a:pPr>
              <a:defRPr/>
            </a:pPr>
            <a:r>
              <a:rPr lang="fr-FR"/>
              <a:t>Exécute le plan avec moviepy et rend montage_iter_N.mp4. Zéro LLM : de l’outillage pur.</a:t>
            </a:r>
          </a:p>
        </p:txBody>
      </p:sp>
      <p:sp>
        <p:nvSpPr>
          <p:cNvPr id="15" name="Espace réservé du texte 21">
            <a:extLst>
              <a:ext uri="{FF2B5EF4-FFF2-40B4-BE49-F238E27FC236}">
                <a16:creationId xmlns:a16="http://schemas.microsoft.com/office/drawing/2014/main" id="{9F3E6827-F0AF-1B05-A09A-E932BB1E850A}"/>
              </a:ext>
            </a:extLst>
          </p:cNvPr>
          <p:cNvSpPr txBox="1">
            <a:spLocks/>
          </p:cNvSpPr>
          <p:nvPr/>
        </p:nvSpPr>
        <p:spPr>
          <a:xfrm>
            <a:off x="6272430" y="3443051"/>
            <a:ext cx="5127003" cy="1380697"/>
          </a:xfrm>
          <a:prstGeom prst="roundRect">
            <a:avLst>
              <a:gd name="adj" fmla="val 16998"/>
            </a:avLst>
          </a:prstGeom>
          <a:noFill/>
          <a:ln w="19050">
            <a:solidFill>
              <a:schemeClr val="accent1"/>
            </a:solidFill>
          </a:ln>
        </p:spPr>
        <p:txBody>
          <a:bodyPr vert="horz" wrap="square" lIns="1080000" tIns="0" rIns="1800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b="1"/>
              <a:t>CRITIC</a:t>
            </a:r>
          </a:p>
          <a:p>
            <a:pPr>
              <a:defRPr/>
            </a:pPr>
            <a:r>
              <a:rPr lang="fr-FR"/>
              <a:t>Note le montage de 0 à 1 (rythme, narration, technique) et liste des améliorations concrètes.</a:t>
            </a:r>
          </a:p>
        </p:txBody>
      </p:sp>
      <p:sp>
        <p:nvSpPr>
          <p:cNvPr id="16" name="Espace réservé du texte 21">
            <a:extLst>
              <a:ext uri="{FF2B5EF4-FFF2-40B4-BE49-F238E27FC236}">
                <a16:creationId xmlns:a16="http://schemas.microsoft.com/office/drawing/2014/main" id="{09AA2D30-955E-8FBD-B174-E55EC944DC10}"/>
              </a:ext>
            </a:extLst>
          </p:cNvPr>
          <p:cNvSpPr txBox="1">
            <a:spLocks/>
          </p:cNvSpPr>
          <p:nvPr/>
        </p:nvSpPr>
        <p:spPr>
          <a:xfrm>
            <a:off x="6272430" y="5028187"/>
            <a:ext cx="5127003" cy="1380697"/>
          </a:xfrm>
          <a:prstGeom prst="roundRect">
            <a:avLst>
              <a:gd name="adj" fmla="val 16998"/>
            </a:avLst>
          </a:prstGeom>
          <a:noFill/>
          <a:ln w="19050">
            <a:solidFill>
              <a:schemeClr val="accent1"/>
            </a:solidFill>
          </a:ln>
        </p:spPr>
        <p:txBody>
          <a:bodyPr vert="horz" wrap="square" lIns="1080000" tIns="0" rIns="1800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b="1"/>
              <a:t>REVISION</a:t>
            </a:r>
          </a:p>
          <a:p>
            <a:pPr>
              <a:defRPr/>
            </a:pPr>
            <a:r>
              <a:rPr lang="fr-FR"/>
              <a:t>Traduit la critique en instructions actionnables : couper, garder, ajuster le rythme.</a:t>
            </a:r>
          </a:p>
        </p:txBody>
      </p:sp>
      <p:sp>
        <p:nvSpPr>
          <p:cNvPr id="17" name="Espace réservé du texte 21">
            <a:extLst>
              <a:ext uri="{FF2B5EF4-FFF2-40B4-BE49-F238E27FC236}">
                <a16:creationId xmlns:a16="http://schemas.microsoft.com/office/drawing/2014/main" id="{83862BFE-065D-528C-035F-D5705F5E3CFF}"/>
              </a:ext>
            </a:extLst>
          </p:cNvPr>
          <p:cNvSpPr txBox="1">
            <a:spLocks/>
          </p:cNvSpPr>
          <p:nvPr/>
        </p:nvSpPr>
        <p:spPr>
          <a:xfrm>
            <a:off x="6272430" y="1859290"/>
            <a:ext cx="5127003" cy="1380697"/>
          </a:xfrm>
          <a:prstGeom prst="roundRect">
            <a:avLst>
              <a:gd name="adj" fmla="val 16998"/>
            </a:avLst>
          </a:prstGeom>
          <a:noFill/>
          <a:ln w="19050">
            <a:solidFill>
              <a:schemeClr val="accent1"/>
            </a:solidFill>
          </a:ln>
        </p:spPr>
        <p:txBody>
          <a:bodyPr vert="horz" wrap="square" lIns="1080000" tIns="0" rIns="1800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b="1"/>
              <a:t>QUALITY</a:t>
            </a:r>
          </a:p>
          <a:p>
            <a:pPr>
              <a:defRPr/>
            </a:pPr>
            <a:r>
              <a:rPr lang="fr-FR"/>
              <a:t>Gate final : contrôles techniques sans LLM, puis exports EDL, FCPXML et plan JSON.</a:t>
            </a:r>
          </a:p>
        </p:txBody>
      </p:sp>
      <p:sp>
        <p:nvSpPr>
          <p:cNvPr id="37" name="Espace réservé du texte 36">
            <a:extLst>
              <a:ext uri="{FF2B5EF4-FFF2-40B4-BE49-F238E27FC236}">
                <a16:creationId xmlns:a16="http://schemas.microsoft.com/office/drawing/2014/main" id="{E1B34682-CB7C-3D8C-5D2E-0D645314212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fr-FR" b="0" dirty="0"/>
              <a:t>L’orchestration agentique : harnais et contrats</a:t>
            </a:r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475E260B-E5E4-1100-D28C-0BF7C8409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Six agents avec des </a:t>
            </a:r>
            <a:r>
              <a:rPr lang="fr-FR" dirty="0">
                <a:solidFill>
                  <a:schemeClr val="accent1"/>
                </a:solidFill>
              </a:rPr>
              <a:t>rôles spécialisés</a:t>
            </a:r>
            <a:endParaRPr lang="fr-FR" dirty="0"/>
          </a:p>
        </p:txBody>
      </p:sp>
      <p:pic>
        <p:nvPicPr>
          <p:cNvPr id="44" name="Graphique 43">
            <a:extLst>
              <a:ext uri="{FF2B5EF4-FFF2-40B4-BE49-F238E27FC236}">
                <a16:creationId xmlns:a16="http://schemas.microsoft.com/office/drawing/2014/main" id="{93A3EE4E-4FEF-7409-58B5-E28C93A962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51535" y="5349038"/>
            <a:ext cx="674195" cy="736909"/>
          </a:xfrm>
          <a:prstGeom prst="rect">
            <a:avLst/>
          </a:prstGeom>
        </p:spPr>
      </p:pic>
      <p:pic>
        <p:nvPicPr>
          <p:cNvPr id="45" name="Graphique 44">
            <a:extLst>
              <a:ext uri="{FF2B5EF4-FFF2-40B4-BE49-F238E27FC236}">
                <a16:creationId xmlns:a16="http://schemas.microsoft.com/office/drawing/2014/main" id="{BD2EF25D-D34E-2F3F-62E7-04D1C5ADA7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73228" y="3894699"/>
            <a:ext cx="662662" cy="579829"/>
          </a:xfrm>
          <a:prstGeom prst="rect">
            <a:avLst/>
          </a:prstGeom>
        </p:spPr>
      </p:pic>
      <p:pic>
        <p:nvPicPr>
          <p:cNvPr id="46" name="Graphique 45">
            <a:extLst>
              <a:ext uri="{FF2B5EF4-FFF2-40B4-BE49-F238E27FC236}">
                <a16:creationId xmlns:a16="http://schemas.microsoft.com/office/drawing/2014/main" id="{ADC53C48-6E84-E206-7386-C86CC6CC6E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8233" y="2165119"/>
            <a:ext cx="750191" cy="766862"/>
          </a:xfrm>
          <a:prstGeom prst="rect">
            <a:avLst/>
          </a:prstGeom>
        </p:spPr>
      </p:pic>
      <p:pic>
        <p:nvPicPr>
          <p:cNvPr id="47" name="Graphique 46">
            <a:extLst>
              <a:ext uri="{FF2B5EF4-FFF2-40B4-BE49-F238E27FC236}">
                <a16:creationId xmlns:a16="http://schemas.microsoft.com/office/drawing/2014/main" id="{D4F2A1E7-D1EA-C13D-0F96-8B9E25290C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6402" y="3789680"/>
            <a:ext cx="695355" cy="695355"/>
          </a:xfrm>
          <a:prstGeom prst="rect">
            <a:avLst/>
          </a:prstGeom>
        </p:spPr>
      </p:pic>
      <p:pic>
        <p:nvPicPr>
          <p:cNvPr id="48" name="Graphique 47">
            <a:extLst>
              <a:ext uri="{FF2B5EF4-FFF2-40B4-BE49-F238E27FC236}">
                <a16:creationId xmlns:a16="http://schemas.microsoft.com/office/drawing/2014/main" id="{CD1F0EB6-1409-9CDA-F7EA-40397B4E8F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61779" y="2207949"/>
            <a:ext cx="642841" cy="704064"/>
          </a:xfrm>
          <a:prstGeom prst="rect">
            <a:avLst/>
          </a:prstGeom>
        </p:spPr>
      </p:pic>
      <p:pic>
        <p:nvPicPr>
          <p:cNvPr id="49" name="Graphique 48">
            <a:extLst>
              <a:ext uri="{FF2B5EF4-FFF2-40B4-BE49-F238E27FC236}">
                <a16:creationId xmlns:a16="http://schemas.microsoft.com/office/drawing/2014/main" id="{C2FCF118-9513-240F-4C0A-45CC0E7994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1987" y="5364149"/>
            <a:ext cx="644639" cy="742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9325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96891153-9372-E6E2-40B3-8FA9C20FFD7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fr-FR" b="0" dirty="0"/>
              <a:t>L’orchestration agentique : harnais et contrats</a:t>
            </a:r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A2957C3D-4C73-CF4A-369A-BA08E51E5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Pas des conversations : des </a:t>
            </a:r>
            <a:r>
              <a:rPr lang="fr-FR" dirty="0">
                <a:solidFill>
                  <a:schemeClr val="accent1"/>
                </a:solidFill>
              </a:rPr>
              <a:t>contrats structurés</a:t>
            </a:r>
            <a:endParaRPr lang="fr-FR" dirty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5249658E-9C09-7CCB-DBC8-B5295EC97804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/>
        <p:txBody>
          <a:bodyPr/>
          <a:lstStyle/>
          <a:p>
            <a:r>
              <a:rPr lang="fr-FR" sz="1400" b="1" dirty="0" err="1">
                <a:solidFill>
                  <a:srgbClr val="5753FF"/>
                </a:solidFill>
                <a:latin typeface="Century Gothic" panose="020B0502020202020204" pitchFamily="34" charset="0"/>
              </a:rPr>
              <a:t>Structured</a:t>
            </a:r>
            <a:r>
              <a:rPr lang="fr-FR" sz="1400" b="1" dirty="0">
                <a:solidFill>
                  <a:srgbClr val="5753FF"/>
                </a:solidFill>
                <a:latin typeface="Century Gothic" panose="020B0502020202020204" pitchFamily="34" charset="0"/>
              </a:rPr>
              <a:t> outputs</a:t>
            </a:r>
          </a:p>
          <a:p>
            <a:r>
              <a:rPr lang="fr-FR" dirty="0">
                <a:solidFill>
                  <a:srgbClr val="121212"/>
                </a:solidFill>
                <a:latin typeface="Century Gothic" panose="020B0502020202020204" pitchFamily="34" charset="0"/>
              </a:rPr>
              <a:t>La taxonomie est fermée : le modèle choisit, il n’invente pas. Le format est le premier garde-fou.</a:t>
            </a:r>
          </a:p>
          <a:p>
            <a:endParaRPr lang="fr-FR" dirty="0"/>
          </a:p>
        </p:txBody>
      </p:sp>
      <p:sp>
        <p:nvSpPr>
          <p:cNvPr id="12" name="Espace réservé du texte 6">
            <a:extLst>
              <a:ext uri="{FF2B5EF4-FFF2-40B4-BE49-F238E27FC236}">
                <a16:creationId xmlns:a16="http://schemas.microsoft.com/office/drawing/2014/main" id="{C6F98709-D0C2-4E5A-F864-AD54E2140E24}"/>
              </a:ext>
            </a:extLst>
          </p:cNvPr>
          <p:cNvSpPr txBox="1">
            <a:spLocks/>
          </p:cNvSpPr>
          <p:nvPr/>
        </p:nvSpPr>
        <p:spPr>
          <a:xfrm>
            <a:off x="6404184" y="4795439"/>
            <a:ext cx="329716" cy="329715"/>
          </a:xfrm>
          <a:prstGeom prst="ellipse">
            <a:avLst/>
          </a:prstGeom>
          <a:solidFill>
            <a:schemeClr val="bg2"/>
          </a:solidFill>
        </p:spPr>
        <p:txBody>
          <a:bodyPr lIns="0" tIns="0" rIns="0" bIns="0"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1" i="0" kern="1200" spc="-15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b="1" i="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b="1" i="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b="1" i="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b="1" i="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pc="0"/>
              <a:t>02</a:t>
            </a:r>
          </a:p>
        </p:txBody>
      </p:sp>
      <p:sp>
        <p:nvSpPr>
          <p:cNvPr id="13" name="Espace réservé du texte 6">
            <a:extLst>
              <a:ext uri="{FF2B5EF4-FFF2-40B4-BE49-F238E27FC236}">
                <a16:creationId xmlns:a16="http://schemas.microsoft.com/office/drawing/2014/main" id="{51896339-DFFE-9D8B-DBA7-A267BFD655A4}"/>
              </a:ext>
            </a:extLst>
          </p:cNvPr>
          <p:cNvSpPr txBox="1">
            <a:spLocks/>
          </p:cNvSpPr>
          <p:nvPr/>
        </p:nvSpPr>
        <p:spPr>
          <a:xfrm>
            <a:off x="6404184" y="2931052"/>
            <a:ext cx="329716" cy="329715"/>
          </a:xfrm>
          <a:prstGeom prst="ellipse">
            <a:avLst/>
          </a:prstGeom>
          <a:solidFill>
            <a:srgbClr val="5853FF"/>
          </a:solidFill>
        </p:spPr>
        <p:txBody>
          <a:bodyPr lIns="0" tIns="0" rIns="0" bIns="0"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1" i="0" kern="1200" spc="-15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b="1" i="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b="1" i="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b="1" i="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b="1" i="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pc="0" dirty="0"/>
              <a:t>01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880DC141-9932-09AE-CADE-D15A799B315E}"/>
              </a:ext>
            </a:extLst>
          </p:cNvPr>
          <p:cNvSpPr/>
          <p:nvPr/>
        </p:nvSpPr>
        <p:spPr>
          <a:xfrm>
            <a:off x="6903916" y="4159526"/>
            <a:ext cx="4233925" cy="1716553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18000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EditPlan → CriticFeedback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Chaque agent lit le contrat du précédent et écrit le sien. Des interfaces typées rendent le pipeline testable, rejouable, débogable.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321E886C-719A-6BFD-07CB-8353A265E285}"/>
              </a:ext>
            </a:extLst>
          </p:cNvPr>
          <p:cNvSpPr/>
          <p:nvPr/>
        </p:nvSpPr>
        <p:spPr>
          <a:xfrm>
            <a:off x="6903916" y="2343224"/>
            <a:ext cx="4233925" cy="171655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180000" bIns="0" rtlCol="0" anchor="ctr"/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fr-FR" sz="1600" b="1" dirty="0">
                <a:solidFill>
                  <a:schemeClr val="bg1"/>
                </a:solidFill>
              </a:rPr>
              <a:t>VideoSegment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defRPr/>
            </a:pPr>
            <a:r>
              <a:rPr lang="fr-FR" sz="1200" dirty="0"/>
              <a:t>Le LLM ne parle pas : il remplit un schéma pydantic validé — source, in/out, émotion, qualité, rôle. Tout écart est rejeté et redemandé.</a:t>
            </a:r>
          </a:p>
        </p:txBody>
      </p:sp>
    </p:spTree>
    <p:extLst>
      <p:ext uri="{BB962C8B-B14F-4D97-AF65-F5344CB8AC3E}">
        <p14:creationId xmlns:p14="http://schemas.microsoft.com/office/powerpoint/2010/main" val="27638414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848E48FC-5CF8-B0E6-B06D-AF6FC857E8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fr-FR" b="0" dirty="0"/>
              <a:t>L’orchestration agentique : harnais et contrats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687110F-3531-B900-7880-B1294EBCDBE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fr-FR" dirty="0">
                <a:solidFill>
                  <a:srgbClr val="121212"/>
                </a:solidFill>
              </a:rPr>
              <a:t>perçoit les rushes</a:t>
            </a:r>
          </a:p>
          <a:p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C26806D-37AE-5087-DD2F-83DF5A2FE06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fr-FR" dirty="0"/>
              <a:t>ANALYZER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898A8F4-CB27-CF12-0221-5386A7AD952A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fr-FR" dirty="0">
                <a:solidFill>
                  <a:srgbClr val="121212"/>
                </a:solidFill>
              </a:rPr>
              <a:t>écrit l'</a:t>
            </a:r>
            <a:r>
              <a:rPr lang="fr-FR" dirty="0" err="1">
                <a:solidFill>
                  <a:srgbClr val="121212"/>
                </a:solidFill>
              </a:rPr>
              <a:t>EditPlan</a:t>
            </a:r>
            <a:endParaRPr lang="fr-FR" dirty="0">
              <a:solidFill>
                <a:srgbClr val="121212"/>
              </a:solidFill>
            </a:endParaRPr>
          </a:p>
          <a:p>
            <a:endParaRPr lang="fr-FR" dirty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4C1147BD-1227-313A-3854-3AB322C1D35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fr-FR" dirty="0">
                <a:solidFill>
                  <a:srgbClr val="121212"/>
                </a:solidFill>
              </a:rPr>
              <a:t>SCENARIO</a:t>
            </a:r>
          </a:p>
          <a:p>
            <a:endParaRPr lang="fr-FR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A089EC76-2671-F9C6-FF2F-276C778E032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fr-FR" dirty="0">
                <a:solidFill>
                  <a:srgbClr val="121212"/>
                </a:solidFill>
              </a:rPr>
              <a:t>rend le montage</a:t>
            </a:r>
          </a:p>
          <a:p>
            <a:endParaRPr lang="fr-FR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338AF21E-4624-DA3B-15D8-6110D4586673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rPr lang="fr-FR" dirty="0">
                <a:solidFill>
                  <a:srgbClr val="121212"/>
                </a:solidFill>
              </a:rPr>
              <a:t>EDITOR</a:t>
            </a:r>
          </a:p>
          <a:p>
            <a:endParaRPr lang="fr-FR" dirty="0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F908FFC5-571D-D941-0971-E85245B24BB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fr-FR" dirty="0">
                <a:solidFill>
                  <a:srgbClr val="121212"/>
                </a:solidFill>
              </a:rPr>
              <a:t>note de 0.0 à 1.0</a:t>
            </a:r>
          </a:p>
          <a:p>
            <a:endParaRPr lang="fr-FR" dirty="0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BAB4C48F-EB75-6807-64B6-398EE076FD3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fr-FR" dirty="0">
                <a:solidFill>
                  <a:srgbClr val="121212"/>
                </a:solidFill>
              </a:rPr>
              <a:t>CRITIC</a:t>
            </a:r>
            <a:endParaRPr lang="fr-FR" dirty="0"/>
          </a:p>
        </p:txBody>
      </p:sp>
      <p:sp>
        <p:nvSpPr>
          <p:cNvPr id="11" name="Titre 10">
            <a:extLst>
              <a:ext uri="{FF2B5EF4-FFF2-40B4-BE49-F238E27FC236}">
                <a16:creationId xmlns:a16="http://schemas.microsoft.com/office/drawing/2014/main" id="{290CEEF2-9B6B-596E-9ECF-DA451D1DA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Une chaîne d’</a:t>
            </a:r>
            <a:r>
              <a:rPr lang="fr-FR" dirty="0">
                <a:solidFill>
                  <a:schemeClr val="accent1"/>
                </a:solidFill>
              </a:rPr>
              <a:t>états</a:t>
            </a:r>
            <a:endParaRPr lang="fr-FR" dirty="0"/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876A5C42-8AD1-4BAB-535F-39DB095B0FAC}"/>
              </a:ext>
            </a:extLst>
          </p:cNvPr>
          <p:cNvGrpSpPr/>
          <p:nvPr/>
        </p:nvGrpSpPr>
        <p:grpSpPr>
          <a:xfrm>
            <a:off x="1180917" y="2116168"/>
            <a:ext cx="1542400" cy="1867011"/>
            <a:chOff x="1180917" y="2068669"/>
            <a:chExt cx="1542400" cy="1867011"/>
          </a:xfrm>
        </p:grpSpPr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D0C6DB8B-D250-0E93-7BD9-3C54F8F7A62B}"/>
                </a:ext>
              </a:extLst>
            </p:cNvPr>
            <p:cNvSpPr/>
            <p:nvPr/>
          </p:nvSpPr>
          <p:spPr>
            <a:xfrm>
              <a:off x="1836440" y="3705700"/>
              <a:ext cx="229980" cy="229980"/>
            </a:xfrm>
            <a:prstGeom prst="ellipse">
              <a:avLst/>
            </a:prstGeom>
            <a:solidFill>
              <a:srgbClr val="5954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8DA38CE0-776E-31A3-7D54-F97CDC6FAFA9}"/>
                </a:ext>
              </a:extLst>
            </p:cNvPr>
            <p:cNvSpPr/>
            <p:nvPr/>
          </p:nvSpPr>
          <p:spPr>
            <a:xfrm>
              <a:off x="1180917" y="2068669"/>
              <a:ext cx="1542400" cy="1542400"/>
            </a:xfrm>
            <a:prstGeom prst="ellipse">
              <a:avLst/>
            </a:prstGeom>
            <a:solidFill>
              <a:srgbClr val="5954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C0D338DB-474D-C81C-474E-309480C90228}"/>
              </a:ext>
            </a:extLst>
          </p:cNvPr>
          <p:cNvGrpSpPr/>
          <p:nvPr/>
        </p:nvGrpSpPr>
        <p:grpSpPr>
          <a:xfrm>
            <a:off x="6731052" y="2133909"/>
            <a:ext cx="1542400" cy="1850048"/>
            <a:chOff x="6731052" y="2086410"/>
            <a:chExt cx="1542400" cy="1850048"/>
          </a:xfrm>
          <a:solidFill>
            <a:srgbClr val="5853FF"/>
          </a:solidFill>
        </p:grpSpPr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D0B8D3E8-6C98-79F8-D9CF-9A11042A9333}"/>
                </a:ext>
              </a:extLst>
            </p:cNvPr>
            <p:cNvSpPr/>
            <p:nvPr/>
          </p:nvSpPr>
          <p:spPr>
            <a:xfrm>
              <a:off x="7387262" y="3706478"/>
              <a:ext cx="229980" cy="22998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2F46202A-5941-4CBA-0F2D-8E23B2F175E7}"/>
                </a:ext>
              </a:extLst>
            </p:cNvPr>
            <p:cNvSpPr/>
            <p:nvPr/>
          </p:nvSpPr>
          <p:spPr>
            <a:xfrm>
              <a:off x="6731052" y="2086410"/>
              <a:ext cx="1542400" cy="15424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996AE353-678F-057E-0082-5A2668DDA991}"/>
              </a:ext>
            </a:extLst>
          </p:cNvPr>
          <p:cNvGrpSpPr/>
          <p:nvPr/>
        </p:nvGrpSpPr>
        <p:grpSpPr>
          <a:xfrm>
            <a:off x="3954530" y="2116168"/>
            <a:ext cx="1542400" cy="1867011"/>
            <a:chOff x="3954530" y="2068669"/>
            <a:chExt cx="1542400" cy="1867011"/>
          </a:xfrm>
          <a:solidFill>
            <a:srgbClr val="5853FF"/>
          </a:solidFill>
        </p:grpSpPr>
        <p:sp>
          <p:nvSpPr>
            <p:cNvPr id="20" name="Ellipse 19">
              <a:extLst>
                <a:ext uri="{FF2B5EF4-FFF2-40B4-BE49-F238E27FC236}">
                  <a16:creationId xmlns:a16="http://schemas.microsoft.com/office/drawing/2014/main" id="{86251754-5B60-8529-619B-52F2ECE5D14A}"/>
                </a:ext>
              </a:extLst>
            </p:cNvPr>
            <p:cNvSpPr/>
            <p:nvPr/>
          </p:nvSpPr>
          <p:spPr>
            <a:xfrm>
              <a:off x="4610740" y="3705700"/>
              <a:ext cx="229980" cy="22998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42ADD0F7-4E7D-7E04-E1F2-DC72480B40BD}"/>
                </a:ext>
              </a:extLst>
            </p:cNvPr>
            <p:cNvSpPr/>
            <p:nvPr/>
          </p:nvSpPr>
          <p:spPr>
            <a:xfrm>
              <a:off x="3954530" y="2068669"/>
              <a:ext cx="1542400" cy="15424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rgbClr val="378FE0"/>
                </a:solidFill>
              </a:endParaRPr>
            </a:p>
          </p:txBody>
        </p:sp>
      </p:grp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C67AF9E0-80E7-B00F-2641-6438F1C7723D}"/>
              </a:ext>
            </a:extLst>
          </p:cNvPr>
          <p:cNvGrpSpPr/>
          <p:nvPr/>
        </p:nvGrpSpPr>
        <p:grpSpPr>
          <a:xfrm>
            <a:off x="9504665" y="2133131"/>
            <a:ext cx="1542400" cy="1850048"/>
            <a:chOff x="9504665" y="2085632"/>
            <a:chExt cx="1542400" cy="1850048"/>
          </a:xfrm>
          <a:solidFill>
            <a:srgbClr val="5853FF"/>
          </a:solidFill>
        </p:grpSpPr>
        <p:sp>
          <p:nvSpPr>
            <p:cNvPr id="23" name="Ellipse 22">
              <a:extLst>
                <a:ext uri="{FF2B5EF4-FFF2-40B4-BE49-F238E27FC236}">
                  <a16:creationId xmlns:a16="http://schemas.microsoft.com/office/drawing/2014/main" id="{F34A91E3-8C1B-3FDE-E729-BB6C24EFD1AA}"/>
                </a:ext>
              </a:extLst>
            </p:cNvPr>
            <p:cNvSpPr/>
            <p:nvPr/>
          </p:nvSpPr>
          <p:spPr>
            <a:xfrm>
              <a:off x="10162673" y="3705700"/>
              <a:ext cx="229980" cy="22998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" name="Ellipse 23">
              <a:extLst>
                <a:ext uri="{FF2B5EF4-FFF2-40B4-BE49-F238E27FC236}">
                  <a16:creationId xmlns:a16="http://schemas.microsoft.com/office/drawing/2014/main" id="{3711EFF0-08C5-F364-C0B7-013F6960831E}"/>
                </a:ext>
              </a:extLst>
            </p:cNvPr>
            <p:cNvSpPr/>
            <p:nvPr/>
          </p:nvSpPr>
          <p:spPr>
            <a:xfrm>
              <a:off x="9504665" y="2085632"/>
              <a:ext cx="1542400" cy="15424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pic>
        <p:nvPicPr>
          <p:cNvPr id="25" name="Graphique 24">
            <a:extLst>
              <a:ext uri="{FF2B5EF4-FFF2-40B4-BE49-F238E27FC236}">
                <a16:creationId xmlns:a16="http://schemas.microsoft.com/office/drawing/2014/main" id="{B6CCB5D9-DB9F-F43A-D5D3-97E905F8F7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25404" y="2473363"/>
            <a:ext cx="1000651" cy="790837"/>
          </a:xfrm>
          <a:prstGeom prst="rect">
            <a:avLst/>
          </a:prstGeom>
        </p:spPr>
      </p:pic>
      <p:pic>
        <p:nvPicPr>
          <p:cNvPr id="26" name="Graphique 25">
            <a:extLst>
              <a:ext uri="{FF2B5EF4-FFF2-40B4-BE49-F238E27FC236}">
                <a16:creationId xmlns:a16="http://schemas.microsoft.com/office/drawing/2014/main" id="{8353C6B2-517D-9473-FA4D-2D2267422F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46600" y="2508261"/>
            <a:ext cx="917521" cy="869231"/>
          </a:xfrm>
          <a:prstGeom prst="rect">
            <a:avLst/>
          </a:prstGeom>
        </p:spPr>
      </p:pic>
      <p:pic>
        <p:nvPicPr>
          <p:cNvPr id="27" name="Graphique 26">
            <a:extLst>
              <a:ext uri="{FF2B5EF4-FFF2-40B4-BE49-F238E27FC236}">
                <a16:creationId xmlns:a16="http://schemas.microsoft.com/office/drawing/2014/main" id="{E914F127-6C83-63F6-75AC-EAAB6B8541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31180" y="2493259"/>
            <a:ext cx="759208" cy="874740"/>
          </a:xfrm>
          <a:prstGeom prst="rect">
            <a:avLst/>
          </a:prstGeom>
        </p:spPr>
      </p:pic>
      <p:pic>
        <p:nvPicPr>
          <p:cNvPr id="28" name="Graphique 27">
            <a:extLst>
              <a:ext uri="{FF2B5EF4-FFF2-40B4-BE49-F238E27FC236}">
                <a16:creationId xmlns:a16="http://schemas.microsoft.com/office/drawing/2014/main" id="{2F21F96F-11A2-1451-7344-52065E45CE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44935" y="2520177"/>
            <a:ext cx="799566" cy="780530"/>
          </a:xfrm>
          <a:prstGeom prst="rect">
            <a:avLst/>
          </a:prstGeom>
        </p:spPr>
      </p:pic>
      <p:sp>
        <p:nvSpPr>
          <p:cNvPr id="9024" name="lbl9024"/>
          <p:cNvSpPr txBox="1"/>
          <p:nvPr/>
        </p:nvSpPr>
        <p:spPr>
          <a:xfrm>
            <a:off x="969140" y="5633098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endParaRPr lang="fr-FR" sz="1050" b="0" dirty="0">
              <a:solidFill>
                <a:srgbClr val="121212"/>
              </a:solidFill>
              <a:latin typeface="Century Gothic" panose="020B0502020202020204" pitchFamily="34" charset="0"/>
            </a:endParaRPr>
          </a:p>
        </p:txBody>
      </p:sp>
      <p:sp>
        <p:nvSpPr>
          <p:cNvPr id="9025" name="lbl9025"/>
          <p:cNvSpPr txBox="1"/>
          <p:nvPr/>
        </p:nvSpPr>
        <p:spPr>
          <a:xfrm>
            <a:off x="1189086" y="5817492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endParaRPr lang="fr-FR" sz="1050" b="0" dirty="0">
              <a:solidFill>
                <a:srgbClr val="121212"/>
              </a:solidFill>
              <a:latin typeface="Century Gothic" panose="020B0502020202020204" pitchFamily="34" charset="0"/>
            </a:endParaRPr>
          </a:p>
        </p:txBody>
      </p:sp>
      <p:sp>
        <p:nvSpPr>
          <p:cNvPr id="9026" name="lbl9026"/>
          <p:cNvSpPr txBox="1"/>
          <p:nvPr/>
        </p:nvSpPr>
        <p:spPr>
          <a:xfrm>
            <a:off x="1409032" y="5529363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endParaRPr lang="fr-FR" sz="1050" b="0" dirty="0">
              <a:solidFill>
                <a:srgbClr val="121212"/>
              </a:solidFill>
              <a:latin typeface="Century Gothic" panose="020B0502020202020204" pitchFamily="34" charset="0"/>
            </a:endParaRPr>
          </a:p>
        </p:txBody>
      </p:sp>
      <p:sp>
        <p:nvSpPr>
          <p:cNvPr id="9027" name="lbl9027"/>
          <p:cNvSpPr txBox="1"/>
          <p:nvPr/>
        </p:nvSpPr>
        <p:spPr>
          <a:xfrm>
            <a:off x="-128140" y="5591778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endParaRPr lang="fr-FR" sz="1050" b="0" dirty="0">
              <a:solidFill>
                <a:srgbClr val="121212"/>
              </a:solidFill>
              <a:latin typeface="Century Gothic" panose="020B0502020202020204" pitchFamily="34" charset="0"/>
            </a:endParaRPr>
          </a:p>
        </p:txBody>
      </p:sp>
      <p:sp>
        <p:nvSpPr>
          <p:cNvPr id="9028" name="lbl9028"/>
          <p:cNvSpPr txBox="1"/>
          <p:nvPr/>
        </p:nvSpPr>
        <p:spPr>
          <a:xfrm>
            <a:off x="8693101" y="5047686"/>
            <a:ext cx="2939143" cy="4114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fr-FR" sz="1250" b="1" dirty="0">
                <a:solidFill>
                  <a:srgbClr val="FF2E9A"/>
                </a:solidFill>
                <a:latin typeface="Century Gothic" panose="020B0502020202020204" pitchFamily="34" charset="0"/>
              </a:rPr>
              <a:t>score &lt; 0.70 </a:t>
            </a:r>
          </a:p>
          <a:p>
            <a:pPr algn="ctr"/>
            <a:r>
              <a:rPr lang="fr-FR" sz="1250" b="1" dirty="0">
                <a:solidFill>
                  <a:srgbClr val="FF2E9A"/>
                </a:solidFill>
                <a:latin typeface="Century Gothic" panose="020B0502020202020204" pitchFamily="34" charset="0"/>
              </a:rPr>
              <a:t>→  nouveau SCENARIO</a:t>
            </a:r>
          </a:p>
        </p:txBody>
      </p:sp>
    </p:spTree>
    <p:extLst>
      <p:ext uri="{BB962C8B-B14F-4D97-AF65-F5344CB8AC3E}">
        <p14:creationId xmlns:p14="http://schemas.microsoft.com/office/powerpoint/2010/main" val="20977466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7E507300-C242-E23A-1C2B-2ED665F05A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fr-FR" b="0" dirty="0"/>
              <a:t>L’orchestration agentique : harnais et contrats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20C47BB6-585C-7224-9B30-4F51C860B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</a:t>
            </a:r>
            <a:r>
              <a:rPr lang="fr-FR" dirty="0">
                <a:solidFill>
                  <a:schemeClr val="accent1"/>
                </a:solidFill>
              </a:rPr>
              <a:t>bon modèle</a:t>
            </a:r>
            <a:r>
              <a:rPr lang="fr-FR" dirty="0"/>
              <a:t> au bon endroit</a:t>
            </a:r>
          </a:p>
        </p:txBody>
      </p:sp>
      <p:graphicFrame>
        <p:nvGraphicFramePr>
          <p:cNvPr id="8" name="Tableau 15">
            <a:extLst>
              <a:ext uri="{FF2B5EF4-FFF2-40B4-BE49-F238E27FC236}">
                <a16:creationId xmlns:a16="http://schemas.microsoft.com/office/drawing/2014/main" id="{4E773FF7-D30D-670E-1EDB-28BDFD7BC4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59528"/>
              </p:ext>
            </p:extLst>
          </p:nvPr>
        </p:nvGraphicFramePr>
        <p:xfrm>
          <a:off x="1785003" y="1994184"/>
          <a:ext cx="8621994" cy="3927530"/>
        </p:xfrm>
        <a:graphic>
          <a:graphicData uri="http://schemas.openxmlformats.org/drawingml/2006/table">
            <a:tbl>
              <a:tblPr bandCol="1">
                <a:tableStyleId>{2D5ABB26-0587-4C30-8999-92F81FD0307C}</a:tableStyleId>
              </a:tblPr>
              <a:tblGrid>
                <a:gridCol w="1436999">
                  <a:extLst>
                    <a:ext uri="{9D8B030D-6E8A-4147-A177-3AD203B41FA5}">
                      <a16:colId xmlns:a16="http://schemas.microsoft.com/office/drawing/2014/main" val="3882835340"/>
                    </a:ext>
                  </a:extLst>
                </a:gridCol>
                <a:gridCol w="1436999">
                  <a:extLst>
                    <a:ext uri="{9D8B030D-6E8A-4147-A177-3AD203B41FA5}">
                      <a16:colId xmlns:a16="http://schemas.microsoft.com/office/drawing/2014/main" val="972207244"/>
                    </a:ext>
                  </a:extLst>
                </a:gridCol>
                <a:gridCol w="1436999">
                  <a:extLst>
                    <a:ext uri="{9D8B030D-6E8A-4147-A177-3AD203B41FA5}">
                      <a16:colId xmlns:a16="http://schemas.microsoft.com/office/drawing/2014/main" val="4020001464"/>
                    </a:ext>
                  </a:extLst>
                </a:gridCol>
                <a:gridCol w="1436999">
                  <a:extLst>
                    <a:ext uri="{9D8B030D-6E8A-4147-A177-3AD203B41FA5}">
                      <a16:colId xmlns:a16="http://schemas.microsoft.com/office/drawing/2014/main" val="3168378898"/>
                    </a:ext>
                  </a:extLst>
                </a:gridCol>
                <a:gridCol w="1436999">
                  <a:extLst>
                    <a:ext uri="{9D8B030D-6E8A-4147-A177-3AD203B41FA5}">
                      <a16:colId xmlns:a16="http://schemas.microsoft.com/office/drawing/2014/main" val="2483770804"/>
                    </a:ext>
                  </a:extLst>
                </a:gridCol>
                <a:gridCol w="1436999">
                  <a:extLst>
                    <a:ext uri="{9D8B030D-6E8A-4147-A177-3AD203B41FA5}">
                      <a16:colId xmlns:a16="http://schemas.microsoft.com/office/drawing/2014/main" val="2954049223"/>
                    </a:ext>
                  </a:extLst>
                </a:gridCol>
              </a:tblGrid>
              <a:tr h="623078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 anchor="ctr" anchorCtr="1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i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Modèle</a:t>
                      </a:r>
                    </a:p>
                  </a:txBody>
                  <a:tcPr anchor="ctr" anchorCtr="1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i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Mission</a:t>
                      </a:r>
                    </a:p>
                  </a:txBody>
                  <a:tcPr anchor="ctr" anchorCtr="1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i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Sortie (contrat)</a:t>
                      </a:r>
                    </a:p>
                  </a:txBody>
                  <a:tcPr anchor="ctr" anchorCtr="1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i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Pourquoi</a:t>
                      </a:r>
                    </a:p>
                  </a:txBody>
                  <a:tcPr anchor="ctr" anchorCtr="1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i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Coût / appel</a:t>
                      </a:r>
                    </a:p>
                  </a:txBody>
                  <a:tcPr anchor="ctr" anchorCtr="1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5516607"/>
                  </a:ext>
                </a:extLst>
              </a:tr>
              <a:tr h="82611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1">
                          <a:solidFill>
                            <a:schemeClr val="bg1"/>
                          </a:solidFill>
                        </a:rPr>
                        <a:t>ANALYZER</a:t>
                      </a:r>
                      <a:endParaRPr lang="fr-FR" sz="1200" b="1" i="0">
                        <a:solidFill>
                          <a:schemeClr val="bg1"/>
                        </a:solidFill>
                        <a:latin typeface="Montserrat" pitchFamily="2" charset="77"/>
                      </a:endParaRPr>
                    </a:p>
                  </a:txBody>
                  <a:tcPr anchor="ctr" anchorCtr="1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solidFill>
                            <a:srgbClr val="121212"/>
                          </a:solidFill>
                          <a:latin typeface="Century Gothic"/>
                        </a:rPr>
                        <a:t>Haiku 4.5 (vision)</a:t>
                      </a:r>
                      <a:endParaRPr lang="fr-FR" sz="1200" b="0" i="0">
                        <a:latin typeface="+mn-lt"/>
                      </a:endParaRPr>
                    </a:p>
                  </a:txBody>
                  <a:tcPr anchor="ctr" anchorCtr="1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4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solidFill>
                            <a:srgbClr val="121212"/>
                          </a:solidFill>
                          <a:latin typeface="Century Gothic"/>
                        </a:rPr>
                        <a:t>percevoir chaque scène</a:t>
                      </a:r>
                      <a:endParaRPr lang="fr-FR" sz="1200" b="0" i="0">
                        <a:latin typeface="+mn-lt"/>
                      </a:endParaRPr>
                    </a:p>
                  </a:txBody>
                  <a:tcPr anchor="ctr" anchorCtr="1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4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solidFill>
                            <a:srgbClr val="121212"/>
                          </a:solidFill>
                          <a:latin typeface="Century Gothic"/>
                        </a:rPr>
                        <a:t>VideoSegment[]</a:t>
                      </a:r>
                      <a:endParaRPr lang="fr-FR" sz="1200" b="0">
                        <a:latin typeface="+mn-lt"/>
                      </a:endParaRPr>
                    </a:p>
                  </a:txBody>
                  <a:tcPr anchor="ctr" anchorCtr="1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4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solidFill>
                            <a:srgbClr val="121212"/>
                          </a:solidFill>
                          <a:latin typeface="Century Gothic"/>
                        </a:rPr>
                        <a:t>gros volume d’images</a:t>
                      </a:r>
                      <a:endParaRPr lang="fr-FR" sz="1200" b="0">
                        <a:latin typeface="+mn-lt"/>
                      </a:endParaRPr>
                    </a:p>
                  </a:txBody>
                  <a:tcPr anchor="ctr" anchorCtr="1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4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solidFill>
                            <a:srgbClr val="121212"/>
                          </a:solidFill>
                          <a:latin typeface="Century Gothic"/>
                        </a:rPr>
                        <a:t>mini</a:t>
                      </a:r>
                      <a:endParaRPr lang="fr-FR" sz="1200" b="0">
                        <a:latin typeface="+mn-lt"/>
                      </a:endParaRPr>
                    </a:p>
                  </a:txBody>
                  <a:tcPr anchor="ctr" anchorCtr="1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960201"/>
                  </a:ext>
                </a:extLst>
              </a:tr>
              <a:tr h="826113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</a:pPr>
                      <a:r>
                        <a:rPr lang="fr-FR" sz="1200" b="1">
                          <a:solidFill>
                            <a:schemeClr val="bg1"/>
                          </a:solidFill>
                        </a:rPr>
                        <a:t>SCENARIO</a:t>
                      </a:r>
                      <a:endParaRPr lang="fr-FR" sz="1200" b="1" i="0">
                        <a:solidFill>
                          <a:schemeClr val="bg1"/>
                        </a:solidFill>
                        <a:latin typeface="Montserrat" pitchFamily="2" charset="77"/>
                      </a:endParaRPr>
                    </a:p>
                  </a:txBody>
                  <a:tcPr anchor="ctr" anchorCtr="1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100" dirty="0">
                          <a:solidFill>
                            <a:srgbClr val="121212"/>
                          </a:solidFill>
                          <a:latin typeface="Century Gothic"/>
                        </a:rPr>
                        <a:t>Sonnet 4.6</a:t>
                      </a:r>
                      <a:endParaRPr lang="fr-FR" sz="1200" b="0" i="0">
                        <a:latin typeface="+mn-lt"/>
                      </a:endParaRPr>
                    </a:p>
                  </a:txBody>
                  <a:tcPr anchor="ctr" anchorCtr="1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100" dirty="0">
                          <a:solidFill>
                            <a:srgbClr val="121212"/>
                          </a:solidFill>
                          <a:latin typeface="Century Gothic"/>
                        </a:rPr>
                        <a:t>construire le récit</a:t>
                      </a:r>
                      <a:endParaRPr lang="fr-FR" sz="1200" b="0" i="0">
                        <a:latin typeface="+mn-lt"/>
                      </a:endParaRPr>
                    </a:p>
                  </a:txBody>
                  <a:tcPr anchor="ctr" anchorCtr="1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100" dirty="0">
                          <a:solidFill>
                            <a:srgbClr val="121212"/>
                          </a:solidFill>
                          <a:latin typeface="Century Gothic"/>
                        </a:rPr>
                        <a:t>EditPlan</a:t>
                      </a:r>
                      <a:endParaRPr lang="fr-FR" sz="1200" b="0" i="0">
                        <a:latin typeface="+mn-lt"/>
                      </a:endParaRPr>
                    </a:p>
                  </a:txBody>
                  <a:tcPr anchor="ctr" anchorCtr="1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100" dirty="0">
                          <a:solidFill>
                            <a:srgbClr val="121212"/>
                          </a:solidFill>
                          <a:latin typeface="Century Gothic"/>
                        </a:rPr>
                        <a:t>raisonnement long</a:t>
                      </a:r>
                      <a:endParaRPr lang="fr-FR" sz="1200" b="0" i="0">
                        <a:latin typeface="+mn-lt"/>
                      </a:endParaRPr>
                    </a:p>
                  </a:txBody>
                  <a:tcPr anchor="ctr" anchorCtr="1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4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solidFill>
                            <a:srgbClr val="121212"/>
                          </a:solidFill>
                          <a:latin typeface="Century Gothic"/>
                        </a:rPr>
                        <a:t>élevé</a:t>
                      </a:r>
                      <a:endParaRPr lang="fr-FR" sz="1200" b="0">
                        <a:latin typeface="+mn-lt"/>
                      </a:endParaRPr>
                    </a:p>
                  </a:txBody>
                  <a:tcPr anchor="ctr" anchorCtr="1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8009594"/>
                  </a:ext>
                </a:extLst>
              </a:tr>
              <a:tr h="826113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</a:pPr>
                      <a:r>
                        <a:rPr lang="fr-FR" sz="1200" b="1" i="0">
                          <a:solidFill>
                            <a:schemeClr val="bg1"/>
                          </a:solidFill>
                          <a:latin typeface="+mn-lt"/>
                        </a:rPr>
                        <a:t>CRITIC</a:t>
                      </a:r>
                    </a:p>
                  </a:txBody>
                  <a:tcPr anchor="ctr" anchorCtr="1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100" dirty="0">
                          <a:solidFill>
                            <a:srgbClr val="121212"/>
                          </a:solidFill>
                          <a:latin typeface="Century Gothic"/>
                        </a:rPr>
                        <a:t>Sonnet 4.6</a:t>
                      </a:r>
                      <a:endParaRPr lang="fr-FR" sz="1200" b="0" i="0">
                        <a:latin typeface="+mn-lt"/>
                      </a:endParaRPr>
                    </a:p>
                  </a:txBody>
                  <a:tcPr anchor="ctr" anchorCtr="1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100" dirty="0">
                          <a:solidFill>
                            <a:srgbClr val="121212"/>
                          </a:solidFill>
                          <a:latin typeface="Century Gothic"/>
                        </a:rPr>
                        <a:t>juger et noter</a:t>
                      </a:r>
                      <a:endParaRPr lang="fr-FR" sz="1200" b="0" i="0">
                        <a:latin typeface="+mn-lt"/>
                      </a:endParaRPr>
                    </a:p>
                  </a:txBody>
                  <a:tcPr anchor="ctr" anchorCtr="1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100" dirty="0">
                          <a:solidFill>
                            <a:srgbClr val="121212"/>
                          </a:solidFill>
                          <a:latin typeface="Century Gothic"/>
                        </a:rPr>
                        <a:t>CriticFeedback</a:t>
                      </a:r>
                      <a:endParaRPr lang="fr-FR" sz="1200" b="0" i="0">
                        <a:latin typeface="+mn-lt"/>
                      </a:endParaRPr>
                    </a:p>
                  </a:txBody>
                  <a:tcPr anchor="ctr" anchorCtr="1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100" dirty="0">
                          <a:solidFill>
                            <a:srgbClr val="121212"/>
                          </a:solidFill>
                          <a:latin typeface="Century Gothic"/>
                        </a:rPr>
                        <a:t>évaluation exigeante</a:t>
                      </a:r>
                      <a:endParaRPr lang="fr-FR" sz="1200" b="0" i="0">
                        <a:latin typeface="+mn-lt"/>
                      </a:endParaRPr>
                    </a:p>
                  </a:txBody>
                  <a:tcPr anchor="ctr" anchorCtr="1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4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solidFill>
                            <a:srgbClr val="121212"/>
                          </a:solidFill>
                          <a:latin typeface="Century Gothic"/>
                        </a:rPr>
                        <a:t>élevé</a:t>
                      </a:r>
                      <a:endParaRPr lang="fr-FR" sz="1200" b="0">
                        <a:latin typeface="+mn-lt"/>
                      </a:endParaRPr>
                    </a:p>
                  </a:txBody>
                  <a:tcPr anchor="ctr" anchorCtr="1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477127"/>
                  </a:ext>
                </a:extLst>
              </a:tr>
              <a:tr h="826113">
                <a:tc>
                  <a:txBody>
                    <a:bodyPr/>
                    <a:lstStyle/>
                    <a:p>
                      <a:pPr algn="ctr"/>
                      <a:r>
                        <a:rPr lang="fr-FR" sz="1200" b="1">
                          <a:solidFill>
                            <a:schemeClr val="bg1"/>
                          </a:solidFill>
                        </a:rPr>
                        <a:t>REVISION · QUALITY</a:t>
                      </a:r>
                      <a:endParaRPr lang="fr-FR" sz="1200">
                        <a:solidFill>
                          <a:schemeClr val="bg1"/>
                        </a:solidFill>
                      </a:endParaRPr>
                    </a:p>
                  </a:txBody>
                  <a:tcPr anchor="ctr" anchorCtr="1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solidFill>
                            <a:srgbClr val="121212"/>
                          </a:solidFill>
                          <a:latin typeface="Century Gothic"/>
                        </a:rPr>
                        <a:t>Haiku 4.5</a:t>
                      </a:r>
                      <a:endParaRPr lang="fr-FR" sz="1200" b="0" i="0">
                        <a:latin typeface="+mn-lt"/>
                      </a:endParaRPr>
                    </a:p>
                  </a:txBody>
                  <a:tcPr anchor="ctr" anchorCtr="1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4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solidFill>
                            <a:srgbClr val="121212"/>
                          </a:solidFill>
                          <a:latin typeface="Century Gothic"/>
                        </a:rPr>
                        <a:t>critique → instructions · gate</a:t>
                      </a:r>
                      <a:endParaRPr lang="fr-FR" sz="1200" b="0" i="0">
                        <a:latin typeface="+mn-lt"/>
                      </a:endParaRPr>
                    </a:p>
                  </a:txBody>
                  <a:tcPr anchor="ctr" anchorCtr="1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4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solidFill>
                            <a:srgbClr val="121212"/>
                          </a:solidFill>
                          <a:latin typeface="Century Gothic"/>
                        </a:rPr>
                        <a:t>Revision Instructions</a:t>
                      </a:r>
                      <a:endParaRPr lang="fr-FR" sz="1200" b="0" i="0">
                        <a:latin typeface="+mn-lt"/>
                      </a:endParaRPr>
                    </a:p>
                  </a:txBody>
                  <a:tcPr anchor="ctr" anchorCtr="1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4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solidFill>
                            <a:srgbClr val="121212"/>
                          </a:solidFill>
                          <a:latin typeface="Century Gothic"/>
                        </a:rPr>
                        <a:t>tâches simples</a:t>
                      </a:r>
                      <a:endParaRPr lang="fr-FR" sz="1200" b="0" i="0">
                        <a:latin typeface="+mn-lt"/>
                      </a:endParaRPr>
                    </a:p>
                  </a:txBody>
                  <a:tcPr anchor="ctr" anchorCtr="1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4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solidFill>
                            <a:srgbClr val="121212"/>
                          </a:solidFill>
                          <a:latin typeface="Century Gothic"/>
                        </a:rPr>
                        <a:t>mini</a:t>
                      </a:r>
                      <a:endParaRPr lang="fr-FR" sz="1200" b="0" i="0">
                        <a:latin typeface="+mn-lt"/>
                      </a:endParaRPr>
                    </a:p>
                  </a:txBody>
                  <a:tcPr anchor="ctr" anchorCtr="1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4018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48733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3D5B9563-EAD9-FB81-E8F2-4AE565F925A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3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F768062-74F3-D5EB-24A8-78244BFAB1C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fr-FR" b="0" dirty="0"/>
              <a:t>Feedback : la boucle qui corrige sans être infinie</a:t>
            </a:r>
          </a:p>
        </p:txBody>
      </p:sp>
    </p:spTree>
    <p:extLst>
      <p:ext uri="{BB962C8B-B14F-4D97-AF65-F5344CB8AC3E}">
        <p14:creationId xmlns:p14="http://schemas.microsoft.com/office/powerpoint/2010/main" val="4160316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12CBB484-8D0C-6B63-28B3-4685F71B2A8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fr-FR" b="0" dirty="0"/>
              <a:t>Feedback : la boucle qui corrige sans être infinie</a:t>
            </a:r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3085D903-AD7A-3F2C-163E-2345C828D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875" y="936286"/>
            <a:ext cx="5205922" cy="1089738"/>
          </a:xfrm>
        </p:spPr>
        <p:txBody>
          <a:bodyPr/>
          <a:lstStyle/>
          <a:p>
            <a:r>
              <a:rPr lang="fr-FR" dirty="0"/>
              <a:t>Des garde-fous </a:t>
            </a:r>
            <a:r>
              <a:rPr lang="fr-FR" dirty="0">
                <a:solidFill>
                  <a:schemeClr val="accent1"/>
                </a:solidFill>
              </a:rPr>
              <a:t>déterministes</a:t>
            </a:r>
            <a:endParaRPr lang="fr-FR" dirty="0"/>
          </a:p>
        </p:txBody>
      </p:sp>
      <p:sp>
        <p:nvSpPr>
          <p:cNvPr id="9" name="Espace réservé du texte 21">
            <a:extLst>
              <a:ext uri="{FF2B5EF4-FFF2-40B4-BE49-F238E27FC236}">
                <a16:creationId xmlns:a16="http://schemas.microsoft.com/office/drawing/2014/main" id="{2EFC74A9-8BFC-7F40-5C80-52808A679C7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93151" y="4099034"/>
            <a:ext cx="5088133" cy="2238949"/>
          </a:xfrm>
          <a:prstGeom prst="roundRect">
            <a:avLst>
              <a:gd name="adj" fmla="val 10244"/>
            </a:avLst>
          </a:prstGeom>
          <a:solidFill>
            <a:schemeClr val="tx2"/>
          </a:solidFill>
          <a:ln w="19050">
            <a:noFill/>
          </a:ln>
        </p:spPr>
        <p:txBody>
          <a:bodyPr wrap="square" lIns="180000" tIns="180000" rIns="180000" bIns="180000" anchor="t">
            <a:no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fr-FR" sz="1400" b="1" dirty="0"/>
              <a:t>Vérifier sans LLM</a:t>
            </a:r>
          </a:p>
          <a:p>
            <a:pPr>
              <a:buClr>
                <a:schemeClr val="accent3"/>
              </a:buClr>
            </a:pPr>
            <a:r>
              <a:rPr lang="fr-FR" sz="1200" dirty="0"/>
              <a:t>Fichier présent, taille, durée, plan non vide : le QualityAgent teste le trivial avant de payer un jugement de modèle.</a:t>
            </a:r>
            <a:endParaRPr lang="fr-FR" dirty="0"/>
          </a:p>
        </p:txBody>
      </p:sp>
      <p:sp>
        <p:nvSpPr>
          <p:cNvPr id="10" name="Espace réservé du texte 21">
            <a:extLst>
              <a:ext uri="{FF2B5EF4-FFF2-40B4-BE49-F238E27FC236}">
                <a16:creationId xmlns:a16="http://schemas.microsoft.com/office/drawing/2014/main" id="{84EF2CB9-AED4-6AF4-D80D-9313387BBBFD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114796" y="2393123"/>
            <a:ext cx="5088133" cy="2305000"/>
          </a:xfrm>
          <a:prstGeom prst="roundRect">
            <a:avLst>
              <a:gd name="adj" fmla="val 6780"/>
            </a:avLst>
          </a:prstGeom>
          <a:noFill/>
          <a:ln w="19050">
            <a:solidFill>
              <a:schemeClr val="accent2"/>
            </a:solidFill>
          </a:ln>
        </p:spPr>
        <p:txBody>
          <a:bodyPr wrap="square" lIns="180000" tIns="180000" rIns="180000" bIns="180000" anchor="b">
            <a:no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fr-FR" sz="1400" b="1" dirty="0"/>
              <a:t>Clamp anti-hallucination</a:t>
            </a:r>
          </a:p>
          <a:p>
            <a:pPr>
              <a:buClr>
                <a:schemeClr val="accent3"/>
              </a:buClr>
            </a:pPr>
            <a:r>
              <a:rPr lang="fr-FR" sz="1200" dirty="0"/>
              <a:t>Chaque in/out du plan est re-borné dans les limites réelles du média (fps ffprobe, frames Resolve) ; les shot_id inventés sont éliminés. Un plan généré ne touche jamais directement la timeline : le LLM propose, la validation dispose.</a:t>
            </a:r>
            <a:endParaRPr lang="fr-FR" dirty="0"/>
          </a:p>
        </p:txBody>
      </p:sp>
      <p:sp>
        <p:nvSpPr>
          <p:cNvPr id="8" name="Espace réservé du texte 21">
            <a:extLst>
              <a:ext uri="{FF2B5EF4-FFF2-40B4-BE49-F238E27FC236}">
                <a16:creationId xmlns:a16="http://schemas.microsoft.com/office/drawing/2014/main" id="{88A3C25B-CA20-7067-C92B-9F6F92D54A34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93151" y="2393123"/>
            <a:ext cx="5088133" cy="1458315"/>
          </a:xfrm>
          <a:prstGeom prst="roundRect">
            <a:avLst>
              <a:gd name="adj" fmla="val 16998"/>
            </a:avLst>
          </a:prstGeom>
          <a:solidFill>
            <a:srgbClr val="FFDA3E"/>
          </a:solidFill>
          <a:ln w="19050">
            <a:noFill/>
          </a:ln>
        </p:spPr>
        <p:txBody>
          <a:bodyPr wrap="square" lIns="180000" tIns="0" rIns="180000" bIns="0" anchor="ctr">
            <a:no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fr-FR" sz="1400" b="1" dirty="0">
                <a:solidFill>
                  <a:sysClr val="windowText" lastClr="000000"/>
                </a:solidFill>
              </a:rPr>
              <a:t>Échecs explicites</a:t>
            </a:r>
          </a:p>
          <a:p>
            <a:pPr marL="0" marR="0" lvl="0" indent="0" algn="l" defTabSz="914400" rtl="0" eaLnBrk="1" fontAlgn="auto" latinLnBrk="0" hangingPunct="1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sz="1200" dirty="0"/>
              <a:t>Ce que l’API Resolve ne sait pas poser (fondus, retime) est listé en console — jamais avalé en silence.</a:t>
            </a:r>
          </a:p>
        </p:txBody>
      </p:sp>
      <p:sp>
        <p:nvSpPr>
          <p:cNvPr id="11" name="Espace réservé du texte 21">
            <a:extLst>
              <a:ext uri="{FF2B5EF4-FFF2-40B4-BE49-F238E27FC236}">
                <a16:creationId xmlns:a16="http://schemas.microsoft.com/office/drawing/2014/main" id="{FE2F3F98-F16C-B043-0792-7BC4DC24AF7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114796" y="4887310"/>
            <a:ext cx="5088133" cy="1450673"/>
          </a:xfrm>
          <a:prstGeom prst="roundRect">
            <a:avLst>
              <a:gd name="adj" fmla="val 21357"/>
            </a:avLst>
          </a:prstGeom>
          <a:solidFill>
            <a:schemeClr val="accent2"/>
          </a:solidFill>
          <a:ln w="19050">
            <a:noFill/>
          </a:ln>
        </p:spPr>
        <p:txBody>
          <a:bodyPr wrap="square" lIns="180000" tIns="0" rIns="180000" bIns="0" anchor="ctr">
            <a:no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fr-FR" sz="1400" b="1" dirty="0">
                <a:solidFill>
                  <a:sysClr val="windowText" lastClr="000000"/>
                </a:solidFill>
              </a:rPr>
              <a:t>Defense in depth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sz="1200" dirty="0"/>
              <a:t>Le prompt n’est pas une garantie : la sûreté vit dans le code, après la génération.</a:t>
            </a:r>
          </a:p>
        </p:txBody>
      </p:sp>
    </p:spTree>
    <p:extLst>
      <p:ext uri="{BB962C8B-B14F-4D97-AF65-F5344CB8AC3E}">
        <p14:creationId xmlns:p14="http://schemas.microsoft.com/office/powerpoint/2010/main" val="28301677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Espace réservé du texte 7">
            <a:extLst>
              <a:ext uri="{FF2B5EF4-FFF2-40B4-BE49-F238E27FC236}">
                <a16:creationId xmlns:a16="http://schemas.microsoft.com/office/drawing/2014/main" id="{DAB96B4C-876C-0CF3-309F-1808EAAB8999}"/>
              </a:ext>
            </a:extLst>
          </p:cNvPr>
          <p:cNvSpPr txBox="1">
            <a:spLocks/>
          </p:cNvSpPr>
          <p:nvPr/>
        </p:nvSpPr>
        <p:spPr>
          <a:xfrm>
            <a:off x="1476724" y="2869456"/>
            <a:ext cx="2678586" cy="3409417"/>
          </a:xfrm>
          <a:prstGeom prst="roundRect">
            <a:avLst>
              <a:gd name="adj" fmla="val 13525"/>
            </a:avLst>
          </a:prstGeom>
          <a:solidFill>
            <a:schemeClr val="bg1"/>
          </a:solidFill>
          <a:ln w="19050">
            <a:solidFill>
              <a:srgbClr val="5853FF"/>
            </a:solidFill>
            <a:round/>
          </a:ln>
        </p:spPr>
        <p:txBody>
          <a:bodyPr vert="horz" lIns="180000" tIns="36000" rIns="18000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i="0" kern="1200">
                <a:solidFill>
                  <a:sysClr val="windowText" lastClr="000000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1800" b="1" dirty="0">
                <a:solidFill>
                  <a:schemeClr val="accent1"/>
                </a:solidFill>
                <a:latin typeface="+mn-lt"/>
              </a:rPr>
              <a:t>Mesurer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sz="1200" dirty="0">
                <a:latin typeface="Century Gothic" panose="020B0502020202020204" pitchFamily="34" charset="0"/>
              </a:rPr>
              <a:t>Netteté (Laplacien), exposition, stabilité (flux optique) : des métriques de 1995, déterministes et comparables entre plans. Les VLM sont des noteurs incohérents — on ne leur demande pas.</a:t>
            </a:r>
          </a:p>
        </p:txBody>
      </p:sp>
      <p:sp>
        <p:nvSpPr>
          <p:cNvPr id="29" name="Espace réservé du texte 7">
            <a:extLst>
              <a:ext uri="{FF2B5EF4-FFF2-40B4-BE49-F238E27FC236}">
                <a16:creationId xmlns:a16="http://schemas.microsoft.com/office/drawing/2014/main" id="{CD53E6BD-134E-77A5-1E48-5FAA8D723EF2}"/>
              </a:ext>
            </a:extLst>
          </p:cNvPr>
          <p:cNvSpPr txBox="1">
            <a:spLocks/>
          </p:cNvSpPr>
          <p:nvPr/>
        </p:nvSpPr>
        <p:spPr>
          <a:xfrm>
            <a:off x="4748413" y="2869456"/>
            <a:ext cx="2678586" cy="3409417"/>
          </a:xfrm>
          <a:prstGeom prst="roundRect">
            <a:avLst>
              <a:gd name="adj" fmla="val 13525"/>
            </a:avLst>
          </a:prstGeom>
          <a:solidFill>
            <a:schemeClr val="bg1"/>
          </a:solidFill>
          <a:ln w="19050">
            <a:solidFill>
              <a:schemeClr val="accent3"/>
            </a:solidFill>
            <a:round/>
          </a:ln>
        </p:spPr>
        <p:txBody>
          <a:bodyPr vert="horz" lIns="180000" tIns="36000" rIns="18000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i="0" kern="1200">
                <a:solidFill>
                  <a:sysClr val="windowText" lastClr="000000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1800" b="1">
                <a:solidFill>
                  <a:schemeClr val="accent3"/>
                </a:solidFill>
                <a:latin typeface="+mn-lt"/>
              </a:rPr>
              <a:t>Taxonomies fermées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sz="1200">
                <a:latin typeface="Century Gothic" panose="020B0502020202020204" pitchFamily="34" charset="0"/>
              </a:rPr>
              <a:t>Le VLM choisit dans une liste (segment, valeur de plan, émotion), il n’invente pas. Le JSON est validé ; les écarts sont rejetés et redemandés.</a:t>
            </a:r>
          </a:p>
        </p:txBody>
      </p:sp>
      <p:sp>
        <p:nvSpPr>
          <p:cNvPr id="30" name="Espace réservé du texte 7">
            <a:extLst>
              <a:ext uri="{FF2B5EF4-FFF2-40B4-BE49-F238E27FC236}">
                <a16:creationId xmlns:a16="http://schemas.microsoft.com/office/drawing/2014/main" id="{BD868595-6A11-8284-162B-1D84655B1170}"/>
              </a:ext>
            </a:extLst>
          </p:cNvPr>
          <p:cNvSpPr txBox="1">
            <a:spLocks/>
          </p:cNvSpPr>
          <p:nvPr/>
        </p:nvSpPr>
        <p:spPr>
          <a:xfrm>
            <a:off x="8020102" y="2869735"/>
            <a:ext cx="2678586" cy="3409417"/>
          </a:xfrm>
          <a:prstGeom prst="roundRect">
            <a:avLst>
              <a:gd name="adj" fmla="val 13525"/>
            </a:avLst>
          </a:prstGeom>
          <a:solidFill>
            <a:schemeClr val="bg1"/>
          </a:solidFill>
          <a:ln w="19050">
            <a:solidFill>
              <a:schemeClr val="accent2"/>
            </a:solidFill>
            <a:round/>
          </a:ln>
        </p:spPr>
        <p:txBody>
          <a:bodyPr vert="horz" lIns="180000" tIns="36000" rIns="18000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i="0" kern="1200">
                <a:solidFill>
                  <a:sysClr val="windowText" lastClr="000000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1800" b="1" dirty="0">
                <a:solidFill>
                  <a:schemeClr val="tx1"/>
                </a:solidFill>
                <a:latin typeface="+mn-lt"/>
              </a:rPr>
              <a:t>Ancres temporelles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sz="1200" dirty="0">
                <a:latin typeface="Century Gothic" panose="020B0502020202020204" pitchFamily="34" charset="0"/>
              </a:rPr>
              <a:t>Les timecodes viennent de la détection de plans, jamais du modèle : les timestamps déclarés par un VLM dérivent de plusieurs secondes.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53431155-9B4A-9DC1-6BDC-7B2E1AF5273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fr-FR" b="0" dirty="0"/>
              <a:t>Feedback : la boucle qui corrige sans être infinie</a:t>
            </a:r>
          </a:p>
        </p:txBody>
      </p:sp>
      <p:sp>
        <p:nvSpPr>
          <p:cNvPr id="12" name="Titre 11">
            <a:extLst>
              <a:ext uri="{FF2B5EF4-FFF2-40B4-BE49-F238E27FC236}">
                <a16:creationId xmlns:a16="http://schemas.microsoft.com/office/drawing/2014/main" id="{A494375E-F750-124E-08B0-3E63CD3EF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L'ancrage : </a:t>
            </a:r>
            <a:r>
              <a:rPr lang="fr-FR">
                <a:solidFill>
                  <a:schemeClr val="accent1"/>
                </a:solidFill>
              </a:rPr>
              <a:t>mesurer</a:t>
            </a:r>
            <a:r>
              <a:rPr lang="fr-FR" err="1"/>
              <a:t> plutôt que demander</a:t>
            </a:r>
            <a:endParaRPr lang="fr-FR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DF1E6365-F01D-C97B-E125-7C9E6E8BFDB8}"/>
              </a:ext>
            </a:extLst>
          </p:cNvPr>
          <p:cNvSpPr/>
          <p:nvPr/>
        </p:nvSpPr>
        <p:spPr>
          <a:xfrm>
            <a:off x="2375048" y="2345744"/>
            <a:ext cx="873641" cy="873641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F52B9C"/>
              </a:solidFill>
            </a:endParaRP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DD389DCE-5DCE-1037-31B4-39A915DB9D7E}"/>
              </a:ext>
            </a:extLst>
          </p:cNvPr>
          <p:cNvSpPr/>
          <p:nvPr/>
        </p:nvSpPr>
        <p:spPr>
          <a:xfrm>
            <a:off x="5655032" y="2345744"/>
            <a:ext cx="873641" cy="873641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B90B0B12-5797-48B7-DF7E-35EA96D8EF47}"/>
              </a:ext>
            </a:extLst>
          </p:cNvPr>
          <p:cNvSpPr/>
          <p:nvPr/>
        </p:nvSpPr>
        <p:spPr>
          <a:xfrm>
            <a:off x="8935016" y="2345744"/>
            <a:ext cx="873641" cy="873641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0" name="Graphique 19">
            <a:extLst>
              <a:ext uri="{FF2B5EF4-FFF2-40B4-BE49-F238E27FC236}">
                <a16:creationId xmlns:a16="http://schemas.microsoft.com/office/drawing/2014/main" id="{2CDA5542-16CE-88A8-F752-791A606951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39716" y="2561594"/>
            <a:ext cx="444038" cy="495670"/>
          </a:xfrm>
          <a:prstGeom prst="rect">
            <a:avLst/>
          </a:prstGeom>
        </p:spPr>
      </p:pic>
      <p:pic>
        <p:nvPicPr>
          <p:cNvPr id="21" name="Graphique 20">
            <a:extLst>
              <a:ext uri="{FF2B5EF4-FFF2-40B4-BE49-F238E27FC236}">
                <a16:creationId xmlns:a16="http://schemas.microsoft.com/office/drawing/2014/main" id="{C8C57CC3-C483-A266-C89E-33878E38FE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08246" y="2530382"/>
            <a:ext cx="407371" cy="504364"/>
          </a:xfrm>
          <a:prstGeom prst="rect">
            <a:avLst/>
          </a:prstGeom>
        </p:spPr>
      </p:pic>
      <p:pic>
        <p:nvPicPr>
          <p:cNvPr id="22" name="Graphique 21">
            <a:extLst>
              <a:ext uri="{FF2B5EF4-FFF2-40B4-BE49-F238E27FC236}">
                <a16:creationId xmlns:a16="http://schemas.microsoft.com/office/drawing/2014/main" id="{DED7851B-EAF4-B7B3-A738-9BB63E459F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59092" y="2570243"/>
            <a:ext cx="465520" cy="455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2803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3D5B9563-EAD9-FB81-E8F2-4AE565F925A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4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F768062-74F3-D5EB-24A8-78244BFAB1C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fr-FR" b="0" dirty="0"/>
              <a:t>Les limites de l’IA et la place de l'humain dans la création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603169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70087CB3-7463-F61D-7B26-022D4F94056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fr-FR" b="0" dirty="0"/>
              <a:t>Les limites de l’IA et la place de l'humain dans la création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04C59B6-CBA1-B80B-1A38-AB52715217ED}"/>
              </a:ext>
            </a:extLst>
          </p:cNvPr>
          <p:cNvSpPr>
            <a:spLocks noGrp="1"/>
          </p:cNvSpPr>
          <p:nvPr>
            <p:ph type="pic" sz="half" idx="21"/>
          </p:nvPr>
        </p:nvSpPr>
        <p:spPr>
          <a:xfrm>
            <a:off x="6170853" y="552450"/>
            <a:ext cx="5251209" cy="5369264"/>
          </a:xfrm>
        </p:spPr>
        <p:txBody>
          <a:bodyPr/>
          <a:lstStyle/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6DD6B28-29A0-8377-6A8F-2F4FAEFE0715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0F804C6B-EDD0-7038-AE5C-25D478497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limite : </a:t>
            </a:r>
            <a:r>
              <a:rPr lang="fr-FR" dirty="0">
                <a:solidFill>
                  <a:schemeClr val="accent1"/>
                </a:solidFill>
              </a:rPr>
              <a:t>juger sans percevoir</a:t>
            </a:r>
            <a:endParaRPr lang="fr-FR" dirty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D0D5F14B-17B8-30B5-9538-93588EB8F887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r>
              <a:rPr lang="fr-FR" dirty="0">
                <a:latin typeface="Century Gothic" panose="020B0502020202020204" pitchFamily="34" charset="0"/>
              </a:rPr>
              <a:t>Optimiser le proxy n’est pas optimiser l’œuvre : </a:t>
            </a:r>
            <a:r>
              <a:rPr lang="fr-FR" dirty="0">
                <a:solidFill>
                  <a:schemeClr val="accent3"/>
                </a:solidFill>
              </a:rPr>
              <a:t>c’est le terreau du </a:t>
            </a:r>
            <a:r>
              <a:rPr lang="fr-FR" dirty="0" err="1">
                <a:solidFill>
                  <a:schemeClr val="accent3"/>
                </a:solidFill>
              </a:rPr>
              <a:t>reward</a:t>
            </a:r>
            <a:r>
              <a:rPr lang="fr-FR" dirty="0">
                <a:solidFill>
                  <a:schemeClr val="accent3"/>
                </a:solidFill>
              </a:rPr>
              <a:t> hacking</a:t>
            </a:r>
            <a:r>
              <a:rPr lang="fr-FR" dirty="0">
                <a:latin typeface="Century Gothic" panose="020B0502020202020204" pitchFamily="34" charset="0"/>
              </a:rPr>
              <a:t>.</a:t>
            </a:r>
          </a:p>
          <a:p>
            <a:endParaRPr lang="fr-FR" dirty="0">
              <a:latin typeface="Century Gothic" panose="020B0502020202020204" pitchFamily="34" charset="0"/>
            </a:endParaRP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C74DB859-7742-D395-F634-1BD7E710341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r>
              <a:rPr lang="fr-FR" sz="1800" b="1" dirty="0">
                <a:latin typeface="Century Gothic" panose="020B0502020202020204" pitchFamily="34" charset="0"/>
              </a:rPr>
              <a:t>Le CRITIC évalue le plan et des </a:t>
            </a:r>
            <a:r>
              <a:rPr lang="fr-FR" sz="1800" b="1" dirty="0" err="1">
                <a:latin typeface="Century Gothic" panose="020B0502020202020204" pitchFamily="34" charset="0"/>
              </a:rPr>
              <a:t>keyframes</a:t>
            </a:r>
            <a:r>
              <a:rPr lang="fr-FR" sz="1800" b="1" dirty="0">
                <a:latin typeface="Century Gothic" panose="020B0502020202020204" pitchFamily="34" charset="0"/>
              </a:rPr>
              <a:t> : un proxy, </a:t>
            </a:r>
            <a:r>
              <a:rPr lang="fr-FR" sz="1800" b="1" dirty="0">
                <a:solidFill>
                  <a:schemeClr val="accent3"/>
                </a:solidFill>
                <a:latin typeface="Century Gothic" panose="020B0502020202020204" pitchFamily="34" charset="0"/>
              </a:rPr>
              <a:t>pas le film</a:t>
            </a:r>
            <a:r>
              <a:rPr lang="fr-FR" sz="1800" b="1" dirty="0">
                <a:latin typeface="Century Gothic" panose="020B0502020202020204" pitchFamily="34" charset="0"/>
              </a:rPr>
              <a:t>. </a:t>
            </a:r>
            <a:endParaRPr lang="fr-FR" sz="1800" b="1" dirty="0"/>
          </a:p>
        </p:txBody>
      </p:sp>
    </p:spTree>
    <p:extLst>
      <p:ext uri="{BB962C8B-B14F-4D97-AF65-F5344CB8AC3E}">
        <p14:creationId xmlns:p14="http://schemas.microsoft.com/office/powerpoint/2010/main" val="29632440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ce réservé du texte 21">
            <a:extLst>
              <a:ext uri="{FF2B5EF4-FFF2-40B4-BE49-F238E27FC236}">
                <a16:creationId xmlns:a16="http://schemas.microsoft.com/office/drawing/2014/main" id="{92B06823-5E9D-7ADE-6D33-97159282F83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26520" y="2182228"/>
            <a:ext cx="5203716" cy="4301440"/>
          </a:xfrm>
          <a:prstGeom prst="roundRect">
            <a:avLst>
              <a:gd name="adj" fmla="val 4681"/>
            </a:avLst>
          </a:prstGeom>
          <a:solidFill>
            <a:schemeClr val="bg1"/>
          </a:solidFill>
          <a:ln w="19050">
            <a:solidFill>
              <a:schemeClr val="accent1">
                <a:lumMod val="40000"/>
                <a:lumOff val="60000"/>
              </a:schemeClr>
            </a:solidFill>
          </a:ln>
          <a:effectLst>
            <a:outerShdw dist="63500" dir="8100000" algn="ctr" rotWithShape="0">
              <a:schemeClr val="accent1">
                <a:lumMod val="20000"/>
                <a:lumOff val="80000"/>
              </a:schemeClr>
            </a:outerShdw>
          </a:effectLst>
        </p:spPr>
        <p:txBody>
          <a:bodyPr wrap="square" lIns="180000" tIns="360000" rIns="18000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dirty="0">
                <a:latin typeface="+mn-lt"/>
              </a:rPr>
              <a:t>Dérusher, transcrire, structurer, assembler : le mécanique à fort volume. Le rough cut arrive en minutes, pas en jours — et il est rejouable à volonté avec une autre intention.</a:t>
            </a:r>
          </a:p>
        </p:txBody>
      </p:sp>
      <p:sp>
        <p:nvSpPr>
          <p:cNvPr id="23" name="Espace réservé du texte 21">
            <a:extLst>
              <a:ext uri="{FF2B5EF4-FFF2-40B4-BE49-F238E27FC236}">
                <a16:creationId xmlns:a16="http://schemas.microsoft.com/office/drawing/2014/main" id="{FBDAA79C-8752-8C60-4704-69892F286AF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003234" y="2182228"/>
            <a:ext cx="5642118" cy="1965863"/>
          </a:xfrm>
          <a:prstGeom prst="roundRect">
            <a:avLst>
              <a:gd name="adj" fmla="val 8229"/>
            </a:avLst>
          </a:prstGeom>
          <a:solidFill>
            <a:schemeClr val="bg1"/>
          </a:solidFill>
          <a:ln w="19050">
            <a:solidFill>
              <a:schemeClr val="accent1">
                <a:lumMod val="40000"/>
                <a:lumOff val="60000"/>
              </a:schemeClr>
            </a:solidFill>
          </a:ln>
          <a:effectLst>
            <a:outerShdw dist="63500" dir="8100000" algn="ctr" rotWithShape="0">
              <a:schemeClr val="accent1">
                <a:lumMod val="20000"/>
                <a:lumOff val="80000"/>
              </a:schemeClr>
            </a:outerShdw>
          </a:effectLst>
        </p:spPr>
        <p:txBody>
          <a:bodyPr wrap="square" lIns="180000" tIns="360000" rIns="18000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fr-FR" dirty="0" err="1"/>
              <a:t>Le rythme, l’émotion, le choix final des plans : le goût ne se délègue pas. L’agent propose, le monteur dispose.</a:t>
            </a:r>
          </a:p>
        </p:txBody>
      </p:sp>
      <p:sp>
        <p:nvSpPr>
          <p:cNvPr id="24" name="Espace réservé du texte 21">
            <a:extLst>
              <a:ext uri="{FF2B5EF4-FFF2-40B4-BE49-F238E27FC236}">
                <a16:creationId xmlns:a16="http://schemas.microsoft.com/office/drawing/2014/main" id="{96593754-CD54-A359-004D-5BCD08C06F0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003235" y="4275191"/>
            <a:ext cx="6524046" cy="2181365"/>
          </a:xfrm>
          <a:prstGeom prst="roundRect">
            <a:avLst>
              <a:gd name="adj" fmla="val 8229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  <a:effectLst>
            <a:outerShdw dist="63500" dir="8100000" algn="ctr" rotWithShape="0">
              <a:schemeClr val="accent1"/>
            </a:outerShdw>
          </a:effectLst>
        </p:spPr>
        <p:txBody>
          <a:bodyPr wrap="square" lIns="180000" tIns="360000" rIns="108000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fr-FR" dirty="0"/>
              <a:t>Un stringout riche + des alternates sur une timeline B : des options classées, pas un verdict.</a:t>
            </a:r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fr-FR" dirty="0" err="1"/>
              <a:t>Le niveau d’autonomie est un curseur, pas un dogme.</a:t>
            </a: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66D6FDFA-3AD9-FE9B-7239-9C542F6214E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fr-FR" b="0" dirty="0"/>
              <a:t>Les limites de l’IA et la place de l'humain dans la création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844ABD1A-165E-9132-3687-CD20F091C408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/>
        <p:txBody>
          <a:bodyPr/>
          <a:lstStyle/>
          <a:p>
            <a:r>
              <a:rPr lang="fr-FR" dirty="0"/>
              <a:t>Où placer l’humain dans la création ?</a:t>
            </a:r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6D8CC44B-2A1D-7DEF-6644-116142FB9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Human-in-the-</a:t>
            </a:r>
            <a:r>
              <a:rPr lang="fr-FR" dirty="0" err="1"/>
              <a:t>loop</a:t>
            </a:r>
            <a:r>
              <a:rPr lang="fr-FR" dirty="0"/>
              <a:t> :</a:t>
            </a:r>
          </a:p>
        </p:txBody>
      </p:sp>
      <p:sp>
        <p:nvSpPr>
          <p:cNvPr id="14" name="Espace réservé du texte 6">
            <a:extLst>
              <a:ext uri="{FF2B5EF4-FFF2-40B4-BE49-F238E27FC236}">
                <a16:creationId xmlns:a16="http://schemas.microsoft.com/office/drawing/2014/main" id="{5EC2239C-8099-6A36-B1A2-633DA5F81A2C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 rot="5400000">
            <a:off x="2527587" y="1449823"/>
            <a:ext cx="860400" cy="14400"/>
          </a:xfrm>
          <a:prstGeom prst="roundRect">
            <a:avLst>
              <a:gd name="adj" fmla="val 0"/>
            </a:avLst>
          </a:prstGeom>
          <a:solidFill>
            <a:schemeClr val="tx2">
              <a:lumMod val="9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endParaRPr/>
          </a:p>
        </p:txBody>
      </p:sp>
      <p:sp>
        <p:nvSpPr>
          <p:cNvPr id="19" name="Espace réservé du texte 6">
            <a:extLst>
              <a:ext uri="{FF2B5EF4-FFF2-40B4-BE49-F238E27FC236}">
                <a16:creationId xmlns:a16="http://schemas.microsoft.com/office/drawing/2014/main" id="{7257A034-76AB-2E25-BD48-1AFCC206D09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718597" y="2329009"/>
            <a:ext cx="2032023" cy="231999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>
                <a:solidFill>
                  <a:sysClr val="windowText" lastClr="000000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 sz="1400" dirty="0">
                <a:latin typeface="+mn-lt"/>
                <a:ea typeface="Poppins Regular"/>
                <a:cs typeface="Poppins Regular"/>
                <a:sym typeface="Poppins Regular"/>
              </a:rPr>
              <a:t>Ce que l’agent fait</a:t>
            </a:r>
            <a:endParaRPr lang="fr-FR" sz="1200" dirty="0">
              <a:latin typeface="+mn-lt"/>
              <a:ea typeface="Poppins Regular"/>
              <a:cs typeface="Poppins Regular"/>
              <a:sym typeface="Poppins Regular"/>
            </a:endParaRPr>
          </a:p>
        </p:txBody>
      </p:sp>
      <p:sp>
        <p:nvSpPr>
          <p:cNvPr id="20" name="Espace réservé du texte 6">
            <a:extLst>
              <a:ext uri="{FF2B5EF4-FFF2-40B4-BE49-F238E27FC236}">
                <a16:creationId xmlns:a16="http://schemas.microsoft.com/office/drawing/2014/main" id="{2B5069C9-3247-1932-4B43-A5D7DA2D1155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193313" y="2329009"/>
            <a:ext cx="2522062" cy="24882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>
                <a:solidFill>
                  <a:sysClr val="windowText" lastClr="000000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 sz="1400" dirty="0">
                <a:latin typeface="+mn-lt"/>
                <a:ea typeface="Poppins Regular"/>
                <a:cs typeface="Poppins Regular"/>
                <a:sym typeface="Poppins Regular"/>
              </a:rPr>
              <a:t>Ce que l’humain fait</a:t>
            </a:r>
            <a:endParaRPr lang="fr-FR" sz="1200" dirty="0">
              <a:latin typeface="+mn-lt"/>
              <a:ea typeface="Poppins Regular"/>
              <a:cs typeface="Poppins Regular"/>
              <a:sym typeface="Poppins Regular"/>
            </a:endParaRPr>
          </a:p>
        </p:txBody>
      </p:sp>
      <p:sp>
        <p:nvSpPr>
          <p:cNvPr id="21" name="Espace réservé du texte 6">
            <a:extLst>
              <a:ext uri="{FF2B5EF4-FFF2-40B4-BE49-F238E27FC236}">
                <a16:creationId xmlns:a16="http://schemas.microsoft.com/office/drawing/2014/main" id="{A5D77377-51D5-9D2E-42AA-5EA674C16C00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193313" y="4451175"/>
            <a:ext cx="1027883" cy="30802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pPr>
            <a:r>
              <a:rPr lang="fr-FR" sz="1400" dirty="0">
                <a:latin typeface="+mn-lt"/>
                <a:ea typeface="Poppins Regular"/>
                <a:cs typeface="Poppins Regular"/>
                <a:sym typeface="Poppins Regular"/>
              </a:rPr>
              <a:t>Sortie</a:t>
            </a:r>
            <a:endParaRPr lang="fr-FR" sz="1200" dirty="0">
              <a:latin typeface="+mn-lt"/>
              <a:ea typeface="Poppins Regular"/>
              <a:cs typeface="Poppins Regular"/>
              <a:sym typeface="Poppins Regular"/>
            </a:endParaRPr>
          </a:p>
        </p:txBody>
      </p:sp>
      <p:sp>
        <p:nvSpPr>
          <p:cNvPr id="3" name="Espace réservé pour une image  10">
            <a:extLst>
              <a:ext uri="{FF2B5EF4-FFF2-40B4-BE49-F238E27FC236}">
                <a16:creationId xmlns:a16="http://schemas.microsoft.com/office/drawing/2014/main" id="{B7C12CC8-2B67-7DB0-BF35-0AA2A6E01C33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526520" y="936287"/>
            <a:ext cx="2224101" cy="993001"/>
          </a:xfrm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71176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3D5B9563-EAD9-FB81-E8F2-4AE565F925A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5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F768062-74F3-D5EB-24A8-78244BFAB1C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dirty="0"/>
              <a:t>Le futur des LLM pour la vidéo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603169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raphique 24">
            <a:extLst>
              <a:ext uri="{FF2B5EF4-FFF2-40B4-BE49-F238E27FC236}">
                <a16:creationId xmlns:a16="http://schemas.microsoft.com/office/drawing/2014/main" id="{3519C81F-E662-2D98-8B62-FE346AE5C0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93127" y="3294455"/>
            <a:ext cx="2136924" cy="5664546"/>
          </a:xfrm>
          <a:prstGeom prst="rect">
            <a:avLst/>
          </a:prstGeom>
        </p:spPr>
      </p:pic>
      <p:pic>
        <p:nvPicPr>
          <p:cNvPr id="26" name="Graphique 25">
            <a:extLst>
              <a:ext uri="{FF2B5EF4-FFF2-40B4-BE49-F238E27FC236}">
                <a16:creationId xmlns:a16="http://schemas.microsoft.com/office/drawing/2014/main" id="{1E33526D-E61D-E7C6-3D8E-8953176A15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8168" y="3294455"/>
            <a:ext cx="2136924" cy="5664546"/>
          </a:xfrm>
          <a:prstGeom prst="rect">
            <a:avLst/>
          </a:prstGeom>
        </p:spPr>
      </p:pic>
      <p:pic>
        <p:nvPicPr>
          <p:cNvPr id="27" name="Graphique 26">
            <a:extLst>
              <a:ext uri="{FF2B5EF4-FFF2-40B4-BE49-F238E27FC236}">
                <a16:creationId xmlns:a16="http://schemas.microsoft.com/office/drawing/2014/main" id="{05925285-3324-7119-0F5A-4E4A88DEB8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90647" y="3294455"/>
            <a:ext cx="2136924" cy="5664546"/>
          </a:xfrm>
          <a:prstGeom prst="rect">
            <a:avLst/>
          </a:prstGeom>
        </p:spPr>
      </p:pic>
      <p:pic>
        <p:nvPicPr>
          <p:cNvPr id="28" name="Graphique 27">
            <a:extLst>
              <a:ext uri="{FF2B5EF4-FFF2-40B4-BE49-F238E27FC236}">
                <a16:creationId xmlns:a16="http://schemas.microsoft.com/office/drawing/2014/main" id="{A0E392BC-D2D1-C508-D1A6-C6658AC155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8116063" y="-2020765"/>
            <a:ext cx="2136924" cy="5664546"/>
          </a:xfrm>
          <a:prstGeom prst="rect">
            <a:avLst/>
          </a:prstGeom>
        </p:spPr>
      </p:pic>
      <p:pic>
        <p:nvPicPr>
          <p:cNvPr id="29" name="Graphique 28">
            <a:extLst>
              <a:ext uri="{FF2B5EF4-FFF2-40B4-BE49-F238E27FC236}">
                <a16:creationId xmlns:a16="http://schemas.microsoft.com/office/drawing/2014/main" id="{D6F360B6-158F-66D2-2644-EAB6DF196B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5718542" y="-2020765"/>
            <a:ext cx="2136924" cy="5664546"/>
          </a:xfrm>
          <a:prstGeom prst="rect">
            <a:avLst/>
          </a:prstGeom>
        </p:spPr>
      </p:pic>
      <p:pic>
        <p:nvPicPr>
          <p:cNvPr id="30" name="Graphique 29">
            <a:extLst>
              <a:ext uri="{FF2B5EF4-FFF2-40B4-BE49-F238E27FC236}">
                <a16:creationId xmlns:a16="http://schemas.microsoft.com/office/drawing/2014/main" id="{4FD3449E-E6DB-F26E-2725-F0F44036EC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50017" y="1969870"/>
            <a:ext cx="986013" cy="815357"/>
          </a:xfrm>
          <a:prstGeom prst="rect">
            <a:avLst/>
          </a:prstGeom>
        </p:spPr>
      </p:pic>
      <p:pic>
        <p:nvPicPr>
          <p:cNvPr id="31" name="Graphique 30">
            <a:extLst>
              <a:ext uri="{FF2B5EF4-FFF2-40B4-BE49-F238E27FC236}">
                <a16:creationId xmlns:a16="http://schemas.microsoft.com/office/drawing/2014/main" id="{51348010-2ED1-7233-4197-F24511D4C7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64741" y="4029762"/>
            <a:ext cx="593814" cy="1047907"/>
          </a:xfrm>
          <a:prstGeom prst="rect">
            <a:avLst/>
          </a:prstGeom>
        </p:spPr>
      </p:pic>
      <p:pic>
        <p:nvPicPr>
          <p:cNvPr id="32" name="Graphique 31">
            <a:extLst>
              <a:ext uri="{FF2B5EF4-FFF2-40B4-BE49-F238E27FC236}">
                <a16:creationId xmlns:a16="http://schemas.microsoft.com/office/drawing/2014/main" id="{EF5E103F-6CB2-D162-F34C-BF6AA3390A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30429" y="4077049"/>
            <a:ext cx="799148" cy="958978"/>
          </a:xfrm>
          <a:prstGeom prst="rect">
            <a:avLst/>
          </a:prstGeom>
        </p:spPr>
      </p:pic>
      <p:pic>
        <p:nvPicPr>
          <p:cNvPr id="33" name="Graphique 32">
            <a:extLst>
              <a:ext uri="{FF2B5EF4-FFF2-40B4-BE49-F238E27FC236}">
                <a16:creationId xmlns:a16="http://schemas.microsoft.com/office/drawing/2014/main" id="{5D41D3B0-A373-69F5-9C8B-52E3A16B5C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06783" y="1998279"/>
            <a:ext cx="660797" cy="901087"/>
          </a:xfrm>
          <a:prstGeom prst="rect">
            <a:avLst/>
          </a:prstGeom>
        </p:spPr>
      </p:pic>
      <p:pic>
        <p:nvPicPr>
          <p:cNvPr id="34" name="Graphique 33">
            <a:extLst>
              <a:ext uri="{FF2B5EF4-FFF2-40B4-BE49-F238E27FC236}">
                <a16:creationId xmlns:a16="http://schemas.microsoft.com/office/drawing/2014/main" id="{E356F16D-99FC-50F9-53B3-73963C3E3B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066738" y="4162157"/>
            <a:ext cx="779784" cy="828521"/>
          </a:xfrm>
          <a:prstGeom prst="rect">
            <a:avLst/>
          </a:prstGeom>
        </p:spPr>
      </p:pic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CFE79C67-D805-ADEF-5177-7CE3429B158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fr-FR" b="0" dirty="0"/>
              <a:t>Le futur des LLM pour la vidéo</a:t>
            </a:r>
            <a:endParaRPr lang="fr-FR" dirty="0"/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F499FF41-11F7-3DD7-EE19-FF89CFE94A4B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r>
              <a:rPr lang="fr-FR" dirty="0"/>
              <a:t>Capacité × coût × souveraineté :</a:t>
            </a:r>
          </a:p>
          <a:p>
            <a:endParaRPr lang="fr-FR" dirty="0"/>
          </a:p>
        </p:txBody>
      </p:sp>
      <p:sp>
        <p:nvSpPr>
          <p:cNvPr id="11" name="Titre 10">
            <a:extLst>
              <a:ext uri="{FF2B5EF4-FFF2-40B4-BE49-F238E27FC236}">
                <a16:creationId xmlns:a16="http://schemas.microsoft.com/office/drawing/2014/main" id="{430E7CC9-910B-03C3-BD2D-82F9E965E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875" y="936286"/>
            <a:ext cx="4208037" cy="1127738"/>
          </a:xfrm>
        </p:spPr>
        <p:txBody>
          <a:bodyPr/>
          <a:lstStyle/>
          <a:p>
            <a:r>
              <a:rPr lang="fr-FR" dirty="0"/>
              <a:t>Pas un modèle mais un </a:t>
            </a:r>
            <a:r>
              <a:rPr lang="fr-FR" dirty="0">
                <a:solidFill>
                  <a:schemeClr val="accent1"/>
                </a:solidFill>
              </a:rPr>
              <a:t>portefeuille de modèles</a:t>
            </a:r>
            <a:endParaRPr lang="fr-FR" dirty="0"/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A759D3C8-2196-2265-81BC-0B6E39F9167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746977" y="3845246"/>
            <a:ext cx="2829109" cy="1416938"/>
          </a:xfrm>
        </p:spPr>
        <p:txBody>
          <a:bodyPr/>
          <a:lstStyle/>
          <a:p>
            <a:r>
              <a:rPr lang="fr-FR" dirty="0">
                <a:solidFill>
                  <a:srgbClr val="121212"/>
                </a:solidFill>
              </a:rPr>
              <a:t>trois axes, un arbitrage par usage : jamais un modèle unique.</a:t>
            </a:r>
          </a:p>
          <a:p>
            <a:endParaRPr lang="fr-FR" dirty="0"/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3E3410D7-7975-63DF-9C2A-150E1C3DAF27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pPr algn="ctr"/>
            <a:r>
              <a:rPr lang="fr-FR" sz="1800" b="1" dirty="0">
                <a:solidFill>
                  <a:srgbClr val="FFFFFF"/>
                </a:solidFill>
                <a:latin typeface="Century Gothic" panose="020B0502020202020204" pitchFamily="34" charset="0"/>
              </a:rPr>
              <a:t>VLM local</a:t>
            </a:r>
          </a:p>
          <a:p>
            <a:pPr algn="ctr"/>
            <a:r>
              <a:rPr lang="fr-FR" dirty="0">
                <a:solidFill>
                  <a:srgbClr val="FFFFFF"/>
                </a:solidFill>
                <a:latin typeface="Century Gothic" panose="020B0502020202020204" pitchFamily="34" charset="0"/>
              </a:rPr>
              <a:t>Qwen2.5-VL pour le respect de la RGPD</a:t>
            </a:r>
          </a:p>
          <a:p>
            <a:endParaRPr lang="fr-FR" dirty="0"/>
          </a:p>
        </p:txBody>
      </p:sp>
      <p:sp>
        <p:nvSpPr>
          <p:cNvPr id="21" name="Espace réservé du texte 20">
            <a:extLst>
              <a:ext uri="{FF2B5EF4-FFF2-40B4-BE49-F238E27FC236}">
                <a16:creationId xmlns:a16="http://schemas.microsoft.com/office/drawing/2014/main" id="{AABD49DB-2AEA-16AE-695F-379F07531947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/>
        <p:txBody>
          <a:bodyPr/>
          <a:lstStyle/>
          <a:p>
            <a:pPr algn="ctr"/>
            <a:r>
              <a:rPr lang="fr-FR" sz="1800" b="1" dirty="0">
                <a:solidFill>
                  <a:srgbClr val="FFFFFF"/>
                </a:solidFill>
                <a:latin typeface="Century Gothic" panose="020B0502020202020204" pitchFamily="34" charset="0"/>
              </a:rPr>
              <a:t>Spécialisés</a:t>
            </a:r>
          </a:p>
          <a:p>
            <a:pPr algn="ctr"/>
            <a:r>
              <a:rPr lang="fr-FR" dirty="0">
                <a:solidFill>
                  <a:srgbClr val="FFFFFF"/>
                </a:solidFill>
                <a:latin typeface="Century Gothic" panose="020B0502020202020204" pitchFamily="34" charset="0"/>
              </a:rPr>
              <a:t>NIMA, modèles esthétiques</a:t>
            </a:r>
          </a:p>
          <a:p>
            <a:endParaRPr lang="fr-FR" dirty="0"/>
          </a:p>
        </p:txBody>
      </p:sp>
      <p:sp>
        <p:nvSpPr>
          <p:cNvPr id="22" name="Espace réservé du texte 21">
            <a:extLst>
              <a:ext uri="{FF2B5EF4-FFF2-40B4-BE49-F238E27FC236}">
                <a16:creationId xmlns:a16="http://schemas.microsoft.com/office/drawing/2014/main" id="{40218C23-F7FB-61BD-91EC-E1E0FF490A35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/>
        <p:txBody>
          <a:bodyPr/>
          <a:lstStyle/>
          <a:p>
            <a:pPr algn="ctr"/>
            <a:r>
              <a:rPr lang="fr-FR" sz="1800" b="1" dirty="0">
                <a:solidFill>
                  <a:srgbClr val="FFFFFF"/>
                </a:solidFill>
                <a:latin typeface="Century Gothic" panose="020B0502020202020204" pitchFamily="34" charset="0"/>
              </a:rPr>
              <a:t>LLM </a:t>
            </a:r>
            <a:r>
              <a:rPr lang="fr-FR" sz="1800" b="1" dirty="0" err="1">
                <a:solidFill>
                  <a:srgbClr val="FFFFFF"/>
                </a:solidFill>
                <a:latin typeface="Century Gothic" panose="020B0502020202020204" pitchFamily="34" charset="0"/>
              </a:rPr>
              <a:t>frontier</a:t>
            </a:r>
            <a:endParaRPr lang="fr-FR" sz="1800" b="1" dirty="0">
              <a:solidFill>
                <a:srgbClr val="FFFFFF"/>
              </a:solidFill>
              <a:latin typeface="Century Gothic" panose="020B0502020202020204" pitchFamily="34" charset="0"/>
            </a:endParaRPr>
          </a:p>
          <a:p>
            <a:pPr algn="ctr"/>
            <a:r>
              <a:rPr lang="fr-FR" dirty="0">
                <a:solidFill>
                  <a:srgbClr val="FFFFFF"/>
                </a:solidFill>
                <a:latin typeface="Century Gothic" panose="020B0502020202020204" pitchFamily="34" charset="0"/>
              </a:rPr>
              <a:t>Claude pour le raisonnement</a:t>
            </a:r>
          </a:p>
          <a:p>
            <a:endParaRPr lang="fr-FR" dirty="0"/>
          </a:p>
        </p:txBody>
      </p:sp>
      <p:sp>
        <p:nvSpPr>
          <p:cNvPr id="23" name="Espace réservé du texte 22">
            <a:extLst>
              <a:ext uri="{FF2B5EF4-FFF2-40B4-BE49-F238E27FC236}">
                <a16:creationId xmlns:a16="http://schemas.microsoft.com/office/drawing/2014/main" id="{2354EA85-960D-AC79-6CAD-DB92E0E44115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/>
        <p:txBody>
          <a:bodyPr/>
          <a:lstStyle/>
          <a:p>
            <a:pPr algn="ctr"/>
            <a:r>
              <a:rPr lang="fr-FR" sz="1800" b="1" dirty="0" err="1">
                <a:solidFill>
                  <a:srgbClr val="121212"/>
                </a:solidFill>
                <a:latin typeface="Century Gothic" panose="020B0502020202020204" pitchFamily="34" charset="0"/>
              </a:rPr>
              <a:t>Embeddings</a:t>
            </a:r>
            <a:endParaRPr lang="fr-FR" sz="1800" b="1" dirty="0">
              <a:solidFill>
                <a:srgbClr val="121212"/>
              </a:solidFill>
              <a:latin typeface="Century Gothic" panose="020B0502020202020204" pitchFamily="34" charset="0"/>
            </a:endParaRPr>
          </a:p>
          <a:p>
            <a:pPr algn="ctr"/>
            <a:r>
              <a:rPr lang="fr-FR" dirty="0">
                <a:solidFill>
                  <a:srgbClr val="121212"/>
                </a:solidFill>
                <a:latin typeface="Century Gothic" panose="020B0502020202020204" pitchFamily="34" charset="0"/>
              </a:rPr>
              <a:t>Recherche facilitée</a:t>
            </a:r>
          </a:p>
          <a:p>
            <a:endParaRPr lang="fr-FR" dirty="0"/>
          </a:p>
        </p:txBody>
      </p:sp>
      <p:sp>
        <p:nvSpPr>
          <p:cNvPr id="24" name="Espace réservé du texte 23">
            <a:extLst>
              <a:ext uri="{FF2B5EF4-FFF2-40B4-BE49-F238E27FC236}">
                <a16:creationId xmlns:a16="http://schemas.microsoft.com/office/drawing/2014/main" id="{74EA87D8-92F0-2363-F9D0-32510760DF98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/>
        <p:txBody>
          <a:bodyPr/>
          <a:lstStyle/>
          <a:p>
            <a:pPr algn="ctr"/>
            <a:r>
              <a:rPr lang="fr-FR" sz="1800" b="1" dirty="0">
                <a:solidFill>
                  <a:srgbClr val="121212"/>
                </a:solidFill>
                <a:latin typeface="Century Gothic" panose="020B0502020202020204" pitchFamily="34" charset="0"/>
              </a:rPr>
              <a:t>Métriques</a:t>
            </a:r>
          </a:p>
          <a:p>
            <a:pPr algn="ctr"/>
            <a:r>
              <a:rPr lang="fr-FR" dirty="0" err="1">
                <a:solidFill>
                  <a:srgbClr val="121212"/>
                </a:solidFill>
                <a:latin typeface="Century Gothic" panose="020B0502020202020204" pitchFamily="34" charset="0"/>
              </a:rPr>
              <a:t>OpenCV</a:t>
            </a:r>
            <a:r>
              <a:rPr lang="fr-FR" dirty="0">
                <a:solidFill>
                  <a:srgbClr val="121212"/>
                </a:solidFill>
                <a:latin typeface="Century Gothic" panose="020B0502020202020204" pitchFamily="34" charset="0"/>
              </a:rPr>
              <a:t> est gratuit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453165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70B59-5E7F-3B46-F1D9-A6487AD59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4">
            <a:extLst>
              <a:ext uri="{FF2B5EF4-FFF2-40B4-BE49-F238E27FC236}">
                <a16:creationId xmlns:a16="http://schemas.microsoft.com/office/drawing/2014/main" id="{471D90B3-E294-12E0-7F7F-D003B7ABC187}"/>
              </a:ext>
            </a:extLst>
          </p:cNvPr>
          <p:cNvSpPr txBox="1">
            <a:spLocks/>
          </p:cNvSpPr>
          <p:nvPr/>
        </p:nvSpPr>
        <p:spPr>
          <a:xfrm>
            <a:off x="4415750" y="2101576"/>
            <a:ext cx="3360498" cy="4102086"/>
          </a:xfrm>
          <a:prstGeom prst="roundRect">
            <a:avLst>
              <a:gd name="adj" fmla="val 9042"/>
            </a:avLst>
          </a:prstGeom>
          <a:solidFill>
            <a:schemeClr val="bg1"/>
          </a:solidFill>
          <a:ln>
            <a:noFill/>
          </a:ln>
        </p:spPr>
        <p:txBody>
          <a:bodyPr lIns="180000" tIns="612000" rIns="180000" bIns="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srgbClr val="5753FF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HUMAN IN THE LOOP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121212"/>
              </a:solidFill>
              <a:effectLst/>
              <a:highlight>
                <a:srgbClr val="FFFF00"/>
              </a:highlight>
              <a:uLnTx/>
              <a:uFillTx/>
              <a:latin typeface="Century Gothic" panose="020F0302020204030204"/>
              <a:ea typeface="+mn-lt"/>
              <a:cs typeface="Segoe U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Le modèle décrit un plan mieux qu’un humain pressé mais n’a aucun goût pour le rythme : le surhumain et la lacune cohabitent.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fr-FR" sz="1000" b="0" i="0" u="none" strike="noStrike" kern="1200" cap="none" spc="0" normalizeH="0" baseline="0" noProof="0" dirty="0">
              <a:ln>
                <a:noFill/>
              </a:ln>
              <a:solidFill>
                <a:srgbClr val="121212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fr-FR" sz="1000" b="0" i="0" u="none" strike="noStrike" kern="1200" cap="none" spc="0" normalizeH="0" baseline="0" noProof="0" dirty="0">
              <a:ln>
                <a:noFill/>
              </a:ln>
              <a:solidFill>
                <a:srgbClr val="121212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Century Gothic" panose="020F0302020204030204"/>
                <a:ea typeface="+mn-lt"/>
                <a:cs typeface="+mn-lt"/>
              </a:rPr>
              <a:t>Ce qu’on en tire :</a:t>
            </a: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rgbClr val="121212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Century Gothic" panose="020F0302020204030204"/>
                <a:ea typeface="+mn-lt"/>
                <a:cs typeface="+mn-lt"/>
              </a:rPr>
              <a:t>évaluer par tâche, pas par réputation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Century Gothic" panose="020F0302020204030204"/>
                <a:ea typeface="+mn-lt"/>
                <a:cs typeface="+mn-lt"/>
              </a:rPr>
              <a:t>placer l’humain sur les lacunes</a:t>
            </a:r>
            <a:endParaRPr kumimoji="0" lang="fr-FR" sz="1000" b="0" i="0" u="none" strike="noStrike" kern="1200" cap="none" spc="0" normalizeH="0" baseline="0" noProof="0" dirty="0">
              <a:ln>
                <a:noFill/>
              </a:ln>
              <a:solidFill>
                <a:srgbClr val="121212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Century Gothic" panose="020F0302020204030204"/>
                <a:ea typeface="+mn-lt"/>
                <a:cs typeface="+mn-lt"/>
              </a:rPr>
              <a:t>une confiance calibrée, jamais globale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srgbClr val="121212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</a:endParaRPr>
          </a:p>
        </p:txBody>
      </p:sp>
      <p:sp>
        <p:nvSpPr>
          <p:cNvPr id="10" name="Espace réservé du texte 4">
            <a:extLst>
              <a:ext uri="{FF2B5EF4-FFF2-40B4-BE49-F238E27FC236}">
                <a16:creationId xmlns:a16="http://schemas.microsoft.com/office/drawing/2014/main" id="{6259997D-0DB0-366F-FC4E-F1448172FB50}"/>
              </a:ext>
            </a:extLst>
          </p:cNvPr>
          <p:cNvSpPr txBox="1">
            <a:spLocks/>
          </p:cNvSpPr>
          <p:nvPr/>
        </p:nvSpPr>
        <p:spPr>
          <a:xfrm>
            <a:off x="802782" y="2101575"/>
            <a:ext cx="3360498" cy="4102087"/>
          </a:xfrm>
          <a:prstGeom prst="roundRect">
            <a:avLst>
              <a:gd name="adj" fmla="val 9042"/>
            </a:avLst>
          </a:prstGeom>
          <a:solidFill>
            <a:schemeClr val="bg1"/>
          </a:solidFill>
          <a:ln>
            <a:noFill/>
          </a:ln>
        </p:spPr>
        <p:txBody>
          <a:bodyPr lIns="180000" tIns="612000" rIns="180000" bIns="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srgbClr val="5753FF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L’AGENTIQUE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121212"/>
              </a:solidFill>
              <a:effectLst/>
              <a:highlight>
                <a:srgbClr val="FFFF00"/>
              </a:highlight>
              <a:uLnTx/>
              <a:uFillTx/>
              <a:latin typeface="Century Gothic" panose="020F0302020204030204"/>
              <a:ea typeface="+mn-lt"/>
              <a:cs typeface="Segoe U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Du chatbot à l’agent : toute l’industrie refait le chemin de montage-auto </a:t>
            </a:r>
            <a:r>
              <a:rPr lang="fr-FR" sz="1000" dirty="0">
                <a:solidFill>
                  <a:srgbClr val="121212"/>
                </a:solidFill>
                <a:latin typeface="Century Gothic" panose="020F0302020204030204"/>
              </a:rPr>
              <a:t>: </a:t>
            </a: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percevoir, planifier, agir, critiquer.</a:t>
            </a:r>
            <a:endParaRPr lang="fr-FR" sz="1000" b="0" i="0" u="none" strike="noStrike" kern="1200" cap="none" spc="0" normalizeH="0" baseline="0" noProof="0" dirty="0">
              <a:ln>
                <a:noFill/>
              </a:ln>
              <a:solidFill>
                <a:srgbClr val="121212"/>
              </a:solidFill>
              <a:effectLst/>
              <a:uLnTx/>
              <a:uFillTx/>
              <a:latin typeface="Century Gothic" panose="020F03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fr-FR" sz="1000" b="0" i="0" u="none" strike="noStrike" kern="1200" cap="none" spc="0" normalizeH="0" baseline="0" noProof="0" dirty="0">
              <a:ln>
                <a:noFill/>
              </a:ln>
              <a:solidFill>
                <a:srgbClr val="121212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fr-FR" sz="1000" b="0" i="0" u="none" strike="noStrike" kern="1200" cap="none" spc="0" normalizeH="0" baseline="0" noProof="0" dirty="0">
              <a:ln>
                <a:noFill/>
              </a:ln>
              <a:solidFill>
                <a:srgbClr val="121212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fr-FR" sz="1000" b="0" i="0" u="none" strike="noStrike" kern="1200" cap="none" spc="0" normalizeH="0" baseline="0" noProof="0" dirty="0">
              <a:ln>
                <a:noFill/>
              </a:ln>
              <a:solidFill>
                <a:srgbClr val="121212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Century Gothic" panose="020F0302020204030204"/>
                <a:ea typeface="+mn-lt"/>
                <a:cs typeface="+mn-lt"/>
              </a:rPr>
              <a:t>Ce qu’on observe :</a:t>
            </a: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rgbClr val="121212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Century Gothic" panose="020F0302020204030204"/>
                <a:ea typeface="+mn-lt"/>
                <a:cs typeface="+mn-lt"/>
              </a:rPr>
              <a:t>des orchestrateurs partout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Century Gothic" panose="020F0302020204030204"/>
                <a:ea typeface="+mn-lt"/>
                <a:cs typeface="+mn-lt"/>
              </a:rPr>
              <a:t>contrats structurés en standard</a:t>
            </a:r>
            <a:endParaRPr kumimoji="0" lang="fr-FR" sz="1000" b="0" i="0" u="none" strike="noStrike" kern="1200" cap="none" spc="0" normalizeH="0" baseline="0" noProof="0" dirty="0">
              <a:ln>
                <a:noFill/>
              </a:ln>
              <a:solidFill>
                <a:srgbClr val="121212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Century Gothic" panose="020F0302020204030204"/>
                <a:ea typeface="+mn-lt"/>
                <a:cs typeface="+mn-lt"/>
              </a:rPr>
              <a:t>boucles de révision natives</a:t>
            </a:r>
            <a:endParaRPr lang="fr-FR" sz="700" b="0" i="0" u="none" strike="noStrike" kern="1200" cap="none" spc="0" normalizeH="0" baseline="0" noProof="0" dirty="0">
              <a:ln>
                <a:noFill/>
              </a:ln>
              <a:solidFill>
                <a:srgbClr val="121212"/>
              </a:solidFill>
              <a:effectLst/>
              <a:uLnTx/>
              <a:uFillTx/>
              <a:latin typeface="Century Gothic" panose="020F0302020204030204"/>
              <a:ea typeface="+mn-lt"/>
              <a:cs typeface="+mn-lt"/>
            </a:endParaRPr>
          </a:p>
        </p:txBody>
      </p:sp>
      <p:sp>
        <p:nvSpPr>
          <p:cNvPr id="14" name="Ellipse 12">
            <a:extLst>
              <a:ext uri="{FF2B5EF4-FFF2-40B4-BE49-F238E27FC236}">
                <a16:creationId xmlns:a16="http://schemas.microsoft.com/office/drawing/2014/main" id="{D1A4CE37-3751-974D-7B97-F549FD9E177A}"/>
              </a:ext>
            </a:extLst>
          </p:cNvPr>
          <p:cNvSpPr/>
          <p:nvPr/>
        </p:nvSpPr>
        <p:spPr>
          <a:xfrm>
            <a:off x="1964855" y="1622540"/>
            <a:ext cx="1036352" cy="1036352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 w="76200"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</a:endParaRPr>
          </a:p>
        </p:txBody>
      </p:sp>
      <p:sp>
        <p:nvSpPr>
          <p:cNvPr id="18" name="Espace réservé du texte 4">
            <a:extLst>
              <a:ext uri="{FF2B5EF4-FFF2-40B4-BE49-F238E27FC236}">
                <a16:creationId xmlns:a16="http://schemas.microsoft.com/office/drawing/2014/main" id="{FC2AEC97-C745-AE27-EE9B-272FB40F99A7}"/>
              </a:ext>
            </a:extLst>
          </p:cNvPr>
          <p:cNvSpPr txBox="1">
            <a:spLocks/>
          </p:cNvSpPr>
          <p:nvPr/>
        </p:nvSpPr>
        <p:spPr>
          <a:xfrm>
            <a:off x="8028720" y="2101575"/>
            <a:ext cx="3360498" cy="4103282"/>
          </a:xfrm>
          <a:prstGeom prst="roundRect">
            <a:avLst>
              <a:gd name="adj" fmla="val 9042"/>
            </a:avLst>
          </a:prstGeom>
          <a:solidFill>
            <a:schemeClr val="bg1"/>
          </a:solidFill>
          <a:ln>
            <a:noFill/>
          </a:ln>
        </p:spPr>
        <p:txBody>
          <a:bodyPr lIns="180000" tIns="612000" rIns="180000" bIns="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srgbClr val="5753FF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L’IA LOCALE</a:t>
            </a:r>
            <a:endParaRPr lang="fr-FR" sz="1400" b="1" dirty="0">
              <a:solidFill>
                <a:srgbClr val="5753FF"/>
              </a:solidFill>
              <a:latin typeface="Century Gothic" panose="020F03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121212"/>
              </a:solidFill>
              <a:effectLst/>
              <a:highlight>
                <a:srgbClr val="FFFF00"/>
              </a:highlight>
              <a:uLnTx/>
              <a:uFillTx/>
              <a:latin typeface="Century Gothic" panose="020F0302020204030204"/>
              <a:ea typeface="+mn-lt"/>
              <a:cs typeface="Segoe U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Un GPU de gamer fait tourner un VLM 7B : vie privée, coût marginal nul. Et chaque correction du monteur devient une donnée de préférence.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fr-FR" sz="1000" b="0" i="0" u="none" strike="noStrike" kern="1200" cap="none" spc="0" normalizeH="0" baseline="0" noProof="0" dirty="0">
              <a:ln>
                <a:noFill/>
              </a:ln>
              <a:solidFill>
                <a:srgbClr val="121212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fr-FR" sz="1000" b="0" i="0" u="none" strike="noStrike" kern="1200" cap="none" spc="0" normalizeH="0" baseline="0" noProof="0" dirty="0">
              <a:ln>
                <a:noFill/>
              </a:ln>
              <a:solidFill>
                <a:srgbClr val="121212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Century Gothic" panose="020F0302020204030204"/>
                <a:ea typeface="+mn-lt"/>
                <a:cs typeface="+mn-lt"/>
              </a:rPr>
              <a:t>Ce que ça change :</a:t>
            </a: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rgbClr val="121212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Century Gothic" panose="020F0302020204030204"/>
                <a:ea typeface="+mn-lt"/>
                <a:cs typeface="+mn-lt"/>
              </a:rPr>
              <a:t>l’inférence locale par défaut sur le sensible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Century Gothic" panose="020F0302020204030204"/>
                <a:ea typeface="+mn-lt"/>
                <a:cs typeface="+mn-lt"/>
              </a:rPr>
              <a:t>vos corrections = futur fine-tuning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Century Gothic" panose="020F0302020204030204"/>
                <a:ea typeface="+mn-lt"/>
                <a:cs typeface="+mn-lt"/>
              </a:rPr>
              <a:t>qui tient le workflow tient les données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700" b="0" i="0" u="none" strike="noStrike" kern="1200" cap="none" spc="0" normalizeH="0" baseline="0" noProof="0" dirty="0">
              <a:ln>
                <a:noFill/>
              </a:ln>
              <a:solidFill>
                <a:srgbClr val="121212"/>
              </a:solidFill>
              <a:effectLst/>
              <a:highlight>
                <a:srgbClr val="FFFF00"/>
              </a:highlight>
              <a:uLnTx/>
              <a:uFillTx/>
              <a:latin typeface="Century Gothic" panose="020F0302020204030204"/>
              <a:ea typeface="+mn-lt"/>
              <a:cs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23" name="Ellipse 12">
            <a:extLst>
              <a:ext uri="{FF2B5EF4-FFF2-40B4-BE49-F238E27FC236}">
                <a16:creationId xmlns:a16="http://schemas.microsoft.com/office/drawing/2014/main" id="{9BC0EB12-DC2B-1B85-D04B-F975B8C1C7C3}"/>
              </a:ext>
            </a:extLst>
          </p:cNvPr>
          <p:cNvSpPr/>
          <p:nvPr/>
        </p:nvSpPr>
        <p:spPr>
          <a:xfrm>
            <a:off x="5577823" y="1642035"/>
            <a:ext cx="1036352" cy="1036352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 w="76200"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</a:endParaRPr>
          </a:p>
        </p:txBody>
      </p:sp>
      <p:sp>
        <p:nvSpPr>
          <p:cNvPr id="24" name="Ellipse 12">
            <a:extLst>
              <a:ext uri="{FF2B5EF4-FFF2-40B4-BE49-F238E27FC236}">
                <a16:creationId xmlns:a16="http://schemas.microsoft.com/office/drawing/2014/main" id="{13A460AD-8DD3-2448-5D67-6D27064A462C}"/>
              </a:ext>
            </a:extLst>
          </p:cNvPr>
          <p:cNvSpPr/>
          <p:nvPr/>
        </p:nvSpPr>
        <p:spPr>
          <a:xfrm>
            <a:off x="9190793" y="1622540"/>
            <a:ext cx="1036352" cy="1036352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 w="76200"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</a:endParaRPr>
          </a:p>
        </p:txBody>
      </p:sp>
      <p:sp>
        <p:nvSpPr>
          <p:cNvPr id="4" name="Espace réservé du texte 16">
            <a:extLst>
              <a:ext uri="{FF2B5EF4-FFF2-40B4-BE49-F238E27FC236}">
                <a16:creationId xmlns:a16="http://schemas.microsoft.com/office/drawing/2014/main" id="{24AE65CA-C621-41E1-F70B-E23C7D5298F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22980" y="383058"/>
            <a:ext cx="5088133" cy="247051"/>
          </a:xfrm>
        </p:spPr>
        <p:txBody>
          <a:bodyPr/>
          <a:lstStyle/>
          <a:p>
            <a:r>
              <a:rPr lang="fr-FR" b="0" dirty="0"/>
              <a:t>Le futur des LLM pour la vidéo</a:t>
            </a:r>
            <a:endParaRPr lang="fr-FR" dirty="0"/>
          </a:p>
        </p:txBody>
      </p:sp>
      <p:sp>
        <p:nvSpPr>
          <p:cNvPr id="2" name="Titre 5">
            <a:extLst>
              <a:ext uri="{FF2B5EF4-FFF2-40B4-BE49-F238E27FC236}">
                <a16:creationId xmlns:a16="http://schemas.microsoft.com/office/drawing/2014/main" id="{ACFC0FC1-B236-B0A7-B18A-56BB4308F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874" y="936286"/>
            <a:ext cx="9745726" cy="661988"/>
          </a:xfrm>
        </p:spPr>
        <p:txBody>
          <a:bodyPr/>
          <a:lstStyle/>
          <a:p>
            <a:r>
              <a:rPr lang="fr-FR" dirty="0"/>
              <a:t>Trois </a:t>
            </a:r>
            <a:r>
              <a:rPr lang="fr-FR" dirty="0">
                <a:solidFill>
                  <a:schemeClr val="accent1"/>
                </a:solidFill>
              </a:rPr>
              <a:t>méthodologies IA</a:t>
            </a:r>
            <a:r>
              <a:rPr lang="fr-FR" dirty="0"/>
              <a:t> utilisées</a:t>
            </a:r>
          </a:p>
        </p:txBody>
      </p:sp>
    </p:spTree>
    <p:extLst>
      <p:ext uri="{BB962C8B-B14F-4D97-AF65-F5344CB8AC3E}">
        <p14:creationId xmlns:p14="http://schemas.microsoft.com/office/powerpoint/2010/main" val="19520900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ce réservé du texte 21">
            <a:extLst>
              <a:ext uri="{FF2B5EF4-FFF2-40B4-BE49-F238E27FC236}">
                <a16:creationId xmlns:a16="http://schemas.microsoft.com/office/drawing/2014/main" id="{B2B43D06-4980-511D-503C-2BC4F5DFDD6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26520" y="1705970"/>
            <a:ext cx="5203716" cy="4777698"/>
          </a:xfrm>
          <a:prstGeom prst="roundRect">
            <a:avLst>
              <a:gd name="adj" fmla="val 4681"/>
            </a:avLst>
          </a:prstGeom>
          <a:solidFill>
            <a:schemeClr val="bg1"/>
          </a:solidFill>
          <a:ln w="19050">
            <a:solidFill>
              <a:schemeClr val="accent1">
                <a:lumMod val="40000"/>
                <a:lumOff val="60000"/>
              </a:schemeClr>
            </a:solidFill>
          </a:ln>
          <a:effectLst>
            <a:outerShdw dist="63500" dir="8100000" algn="ctr" rotWithShape="0">
              <a:schemeClr val="accent1">
                <a:lumMod val="20000"/>
                <a:lumOff val="80000"/>
              </a:schemeClr>
            </a:outerShdw>
          </a:effectLst>
        </p:spPr>
        <p:txBody>
          <a:bodyPr wrap="square" lIns="180000" tIns="360000" rIns="18000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>
                <a:latin typeface="+mn-lt"/>
              </a:rPr>
              <a:t>1 · Les VLM sont de mauvais noteurs : mesurez avec OpenCV ce qui peut l’être, ne demandez au modèle que le contenu.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>
                <a:latin typeface="+mn-lt"/>
              </a:rPr>
              <a:t>  2 · Checkpointez tout : 8 h de rushes n’est pas un run jetable, reprise après chaque plan indexé.</a:t>
            </a:r>
            <a:endParaRPr lang="fr-FR" dirty="0"/>
          </a:p>
        </p:txBody>
      </p:sp>
      <p:sp>
        <p:nvSpPr>
          <p:cNvPr id="17" name="Espace réservé du texte 21">
            <a:extLst>
              <a:ext uri="{FF2B5EF4-FFF2-40B4-BE49-F238E27FC236}">
                <a16:creationId xmlns:a16="http://schemas.microsoft.com/office/drawing/2014/main" id="{BF4B054E-C9C8-2C4E-B1D1-E8513310014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003234" y="1705970"/>
            <a:ext cx="5642118" cy="2125048"/>
          </a:xfrm>
          <a:prstGeom prst="roundRect">
            <a:avLst>
              <a:gd name="adj" fmla="val 8229"/>
            </a:avLst>
          </a:prstGeom>
          <a:solidFill>
            <a:schemeClr val="bg1"/>
          </a:solidFill>
          <a:ln w="19050">
            <a:solidFill>
              <a:schemeClr val="accent1">
                <a:lumMod val="40000"/>
                <a:lumOff val="60000"/>
              </a:schemeClr>
            </a:solidFill>
          </a:ln>
          <a:effectLst>
            <a:outerShdw dist="63500" dir="8100000" algn="ctr" rotWithShape="0">
              <a:schemeClr val="accent1">
                <a:lumMod val="20000"/>
                <a:lumOff val="80000"/>
              </a:schemeClr>
            </a:outerShdw>
          </a:effectLst>
        </p:spPr>
        <p:txBody>
          <a:bodyPr wrap="square" lIns="180000" tIns="360000" rIns="18000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>
                <a:latin typeface="+mn-lt"/>
              </a:rPr>
              <a:t>3 · Local ou cloud est une décision RGPD avant d’être technique : les visages des invités ne quittent pas la machine.  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>
                <a:latin typeface="+mn-lt"/>
              </a:rPr>
              <a:t>4 · Itérer en texte coûte des centimes ; réindexer coûte une nuit. L’architecture suit l’économie.</a:t>
            </a:r>
            <a:endParaRPr lang="fr-FR" dirty="0"/>
          </a:p>
        </p:txBody>
      </p:sp>
      <p:sp>
        <p:nvSpPr>
          <p:cNvPr id="18" name="Espace réservé du texte 21">
            <a:extLst>
              <a:ext uri="{FF2B5EF4-FFF2-40B4-BE49-F238E27FC236}">
                <a16:creationId xmlns:a16="http://schemas.microsoft.com/office/drawing/2014/main" id="{31FE4BA6-3458-CB44-1F9D-D0A21AB58A4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003235" y="4098557"/>
            <a:ext cx="5642117" cy="2357999"/>
          </a:xfrm>
          <a:prstGeom prst="roundRect">
            <a:avLst>
              <a:gd name="adj" fmla="val 8229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  <a:effectLst>
            <a:outerShdw dist="63500" dir="8100000" algn="ctr" rotWithShape="0">
              <a:schemeClr val="accent1"/>
            </a:outerShdw>
          </a:effectLst>
        </p:spPr>
        <p:txBody>
          <a:bodyPr wrap="square" lIns="180000" tIns="360000" rIns="108000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>
                <a:latin typeface="+mn-lt"/>
              </a:rPr>
              <a:t>5 · Routing, evaluator-optimizer, contrats structurés : je les ai réinventés par nécessité. C’est la meilleure preuve que ces patterns sont naturels et qu’ils survivront aux modèles.</a:t>
            </a:r>
            <a:endParaRPr lang="fr-FR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FF5B675-70E5-AC87-0780-85F6D25E49F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fr-FR" b="0" dirty="0"/>
              <a:t>Conclusion</a:t>
            </a:r>
            <a:endParaRPr lang="fr-FR" dirty="0"/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9DF33414-F351-9438-E5A4-34133D716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Cinq leçons </a:t>
            </a:r>
            <a:r>
              <a:rPr lang="fr-FR" dirty="0">
                <a:solidFill>
                  <a:schemeClr val="accent1"/>
                </a:solidFill>
              </a:rPr>
              <a:t>à retenir</a:t>
            </a:r>
            <a:endParaRPr lang="fr-FR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9F62D5EF-475B-AE37-9483-FB6D344F53C0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7556A904-96D8-A30A-6FE7-A694117808E4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4E5F6E82-7F0A-9CC1-73DD-62ABCD092CBC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08879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Click="0" advTm="1000">
        <p:circle/>
      </p:transition>
    </mc:Choice>
    <mc:Fallback xmlns="">
      <p:transition spd="slow" advClick="0" advTm="1000">
        <p:circl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Couleurs eXalt">
      <a:dk1>
        <a:srgbClr val="121212"/>
      </a:dk1>
      <a:lt1>
        <a:srgbClr val="FFFFFF"/>
      </a:lt1>
      <a:dk2>
        <a:srgbClr val="F5F5F5"/>
      </a:dk2>
      <a:lt2>
        <a:srgbClr val="2F2F9B"/>
      </a:lt2>
      <a:accent1>
        <a:srgbClr val="5753FF"/>
      </a:accent1>
      <a:accent2>
        <a:srgbClr val="FFDA3E"/>
      </a:accent2>
      <a:accent3>
        <a:srgbClr val="FF2E9A"/>
      </a:accent3>
      <a:accent4>
        <a:srgbClr val="000000"/>
      </a:accent4>
      <a:accent5>
        <a:srgbClr val="000000"/>
      </a:accent5>
      <a:accent6>
        <a:srgbClr val="000000"/>
      </a:accent6>
      <a:hlink>
        <a:srgbClr val="000000"/>
      </a:hlink>
      <a:folHlink>
        <a:srgbClr val="000000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sque_PPT_eXalt_2026" id="{A4E13480-639B-E74A-B83A-1275699E7971}" vid="{79BADCD1-BD5F-DE45-A055-EA395E9791BD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1c3a574-7667-4f83-ad5f-2a0a54341d54" xsi:nil="true"/>
    <lcf76f155ced4ddcb4097134ff3c332f xmlns="5373d7d1-038d-4cdd-960e-50a0ea8546b1">
      <Terms xmlns="http://schemas.microsoft.com/office/infopath/2007/PartnerControls"/>
    </lcf76f155ced4ddcb4097134ff3c332f>
    <SharedWithUsers xmlns="097737b1-f9a9-4dd2-9111-278aa8de9072">
      <UserInfo>
        <DisplayName>Romain MESLIER</DisplayName>
        <AccountId>7</AccountId>
        <AccountType/>
      </UserInfo>
      <UserInfo>
        <DisplayName>Camille SALOMON</DisplayName>
        <AccountId>1293</AccountId>
        <AccountType/>
      </UserInfo>
      <UserInfo>
        <DisplayName>Antoine DESPRAT</DisplayName>
        <AccountId>1129</AccountId>
        <AccountType/>
      </UserInfo>
      <UserInfo>
        <DisplayName>Anthony BONJOCH</DisplayName>
        <AccountId>780</AccountId>
        <AccountType/>
      </UserInfo>
      <UserInfo>
        <DisplayName>Héloïse CAUCHOIS</DisplayName>
        <AccountId>642</AccountId>
        <AccountType/>
      </UserInfo>
      <UserInfo>
        <DisplayName>Adrien BOYER</DisplayName>
        <AccountId>758</AccountId>
        <AccountType/>
      </UserInfo>
      <UserInfo>
        <DisplayName>Marion BLANCHARD</DisplayName>
        <AccountId>2284</AccountId>
        <AccountType/>
      </UserInfo>
      <UserInfo>
        <DisplayName>David DUPRE</DisplayName>
        <AccountId>1722</AccountId>
        <AccountType/>
      </UserInfo>
      <UserInfo>
        <DisplayName>Delphine POLI</DisplayName>
        <AccountId>809</AccountId>
        <AccountType/>
      </UserInfo>
      <UserInfo>
        <DisplayName>Erwan COGNEE</DisplayName>
        <AccountId>124</AccountId>
        <AccountType/>
      </UserInfo>
      <UserInfo>
        <DisplayName>Melissa CHAKHARI</DisplayName>
        <AccountId>556</AccountId>
        <AccountType/>
      </UserInfo>
      <UserInfo>
        <DisplayName>Mathilde WINGLER</DisplayName>
        <AccountId>1542</AccountId>
        <AccountType/>
      </UserInfo>
      <UserInfo>
        <DisplayName>Nicolas LORY</DisplayName>
        <AccountId>615</AccountId>
        <AccountType/>
      </UserInfo>
      <UserInfo>
        <DisplayName>Maxime BRAUN</DisplayName>
        <AccountId>1790</AccountId>
        <AccountType/>
      </UserInfo>
      <UserInfo>
        <DisplayName>Pauline JAILLOT</DisplayName>
        <AccountId>1927</AccountId>
        <AccountType/>
      </UserInfo>
      <UserInfo>
        <DisplayName>Lancelot BYRON</DisplayName>
        <AccountId>567</AccountId>
        <AccountType/>
      </UserInfo>
      <UserInfo>
        <DisplayName>Stefen LE MOAL</DisplayName>
        <AccountId>773</AccountId>
        <AccountType/>
      </UserInfo>
      <UserInfo>
        <DisplayName>Marine LE PESTIPON</DisplayName>
        <AccountId>1221</AccountId>
        <AccountType/>
      </UserInfo>
      <UserInfo>
        <DisplayName>Claire BETHENCOURT</DisplayName>
        <AccountId>324</AccountId>
        <AccountType/>
      </UserInfo>
      <UserInfo>
        <DisplayName>Christelle BLANCHARD</DisplayName>
        <AccountId>810</AccountId>
        <AccountType/>
      </UserInfo>
      <UserInfo>
        <DisplayName>Mathilde LEPRI</DisplayName>
        <AccountId>1598</AccountId>
        <AccountType/>
      </UserInfo>
      <UserInfo>
        <DisplayName>Fiona HAUBERDON</DisplayName>
        <AccountId>2178</AccountId>
        <AccountType/>
      </UserInfo>
      <UserInfo>
        <DisplayName>Alexandre BRISBOUT</DisplayName>
        <AccountId>1027</AccountId>
        <AccountType/>
      </UserInfo>
      <UserInfo>
        <DisplayName>Pierre-Arthur BOUCHET</DisplayName>
        <AccountId>244</AccountId>
        <AccountType/>
      </UserInfo>
      <UserInfo>
        <DisplayName>Guillaume PHILIP</DisplayName>
        <AccountId>911</AccountId>
        <AccountType/>
      </UserInfo>
      <UserInfo>
        <DisplayName>Thomas CHENU</DisplayName>
        <AccountId>1370</AccountId>
        <AccountType/>
      </UserInfo>
      <UserInfo>
        <DisplayName>Maéva ADISSON</DisplayName>
        <AccountId>2154</AccountId>
        <AccountType/>
      </UserInfo>
      <UserInfo>
        <DisplayName>Pierre-Antoine BOEUF-ELIEZ</DisplayName>
        <AccountId>1944</AccountId>
        <AccountType/>
      </UserInfo>
      <UserInfo>
        <DisplayName>Mathéa D'HALLUIN</DisplayName>
        <AccountId>172</AccountId>
        <AccountType/>
      </UserInfo>
      <UserInfo>
        <DisplayName>Thomas PIANINI</DisplayName>
        <AccountId>1490</AccountId>
        <AccountType/>
      </UserInfo>
      <UserInfo>
        <DisplayName>Alexandre FLEURQUIN</DisplayName>
        <AccountId>1080</AccountId>
        <AccountType/>
      </UserInfo>
      <UserInfo>
        <DisplayName>Omar LAHJOMRI</DisplayName>
        <AccountId>219</AccountId>
        <AccountType/>
      </UserInfo>
      <UserInfo>
        <DisplayName>Léa JOUVE BERNIOLLES</DisplayName>
        <AccountId>633</AccountId>
        <AccountType/>
      </UserInfo>
      <UserInfo>
        <DisplayName>Antoine  LEPINAY</DisplayName>
        <AccountId>363</AccountId>
        <AccountType/>
      </UserInfo>
      <UserInfo>
        <DisplayName>Caroline BANSSE</DisplayName>
        <AccountId>1607</AccountId>
        <AccountType/>
      </UserInfo>
      <UserInfo>
        <DisplayName>Laurine JOUVE</DisplayName>
        <AccountId>1117</AccountId>
        <AccountType/>
      </UserInfo>
      <UserInfo>
        <DisplayName>Pierre MOUZARD</DisplayName>
        <AccountId>784</AccountId>
        <AccountType/>
      </UserInfo>
      <UserInfo>
        <DisplayName>Alexandre LIENHART</DisplayName>
        <AccountId>631</AccountId>
        <AccountType/>
      </UserInfo>
      <UserInfo>
        <DisplayName>Theo SERRE</DisplayName>
        <AccountId>679</AccountId>
        <AccountType/>
      </UserInfo>
      <UserInfo>
        <DisplayName>Hugues Benoist</DisplayName>
        <AccountId>1319</AccountId>
        <AccountType/>
      </UserInfo>
      <UserInfo>
        <DisplayName>Loic LACHARNAY</DisplayName>
        <AccountId>1382</AccountId>
        <AccountType/>
      </UserInfo>
      <UserInfo>
        <DisplayName>GUILLAUME LEVACON</DisplayName>
        <AccountId>1517</AccountId>
        <AccountType/>
      </UserInfo>
      <UserInfo>
        <DisplayName>Maeva LAURENT</DisplayName>
        <AccountId>672</AccountId>
        <AccountType/>
      </UserInfo>
      <UserInfo>
        <DisplayName>Romain BOUSSOT</DisplayName>
        <AccountId>1495</AccountId>
        <AccountType/>
      </UserInfo>
      <UserInfo>
        <DisplayName>Claire BARRERE</DisplayName>
        <AccountId>1277</AccountId>
        <AccountType/>
      </UserInfo>
    </SharedWithUsers>
    <MediaLengthInSeconds xmlns="5373d7d1-038d-4cdd-960e-50a0ea8546b1" xsi:nil="true"/>
    <TestURL xmlns="5373d7d1-038d-4cdd-960e-50a0ea8546b1" xsi:nil="true"/>
    <Statut xmlns="5373d7d1-038d-4cdd-960e-50a0ea8546b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950D4D1AD1A6A41B78116FEE0DCC451" ma:contentTypeVersion="21" ma:contentTypeDescription="Crée un document." ma:contentTypeScope="" ma:versionID="c176c5b692df739219ab52c58afbe34f">
  <xsd:schema xmlns:xsd="http://www.w3.org/2001/XMLSchema" xmlns:xs="http://www.w3.org/2001/XMLSchema" xmlns:p="http://schemas.microsoft.com/office/2006/metadata/properties" xmlns:ns2="5373d7d1-038d-4cdd-960e-50a0ea8546b1" xmlns:ns3="097737b1-f9a9-4dd2-9111-278aa8de9072" xmlns:ns4="b1c3a574-7667-4f83-ad5f-2a0a54341d54" targetNamespace="http://schemas.microsoft.com/office/2006/metadata/properties" ma:root="true" ma:fieldsID="5c29b0ea169ab119186255bd1ec380ef" ns2:_="" ns3:_="" ns4:_="">
    <xsd:import namespace="5373d7d1-038d-4cdd-960e-50a0ea8546b1"/>
    <xsd:import namespace="097737b1-f9a9-4dd2-9111-278aa8de9072"/>
    <xsd:import namespace="b1c3a574-7667-4f83-ad5f-2a0a54341d5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TestURL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4:TaxCatchAll" minOccurs="0"/>
                <xsd:element ref="ns2:MediaServiceLocation" minOccurs="0"/>
                <xsd:element ref="ns2:Statut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73d7d1-038d-4cdd-960e-50a0ea8546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TestURL" ma:index="16" nillable="true" ma:displayName="Test URL" ma:format="Dropdown" ma:internalName="TestURL">
      <xsd:simpleType>
        <xsd:restriction base="dms:Text">
          <xsd:maxLength value="255"/>
        </xsd:restriction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Balises d’images" ma:readOnly="false" ma:fieldId="{5cf76f15-5ced-4ddc-b409-7134ff3c332f}" ma:taxonomyMulti="true" ma:sspId="cd5042f6-90b7-4820-9880-aaa362fa9b9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4" nillable="true" ma:displayName="Location" ma:internalName="MediaServiceLocation" ma:readOnly="true">
      <xsd:simpleType>
        <xsd:restriction base="dms:Text"/>
      </xsd:simpleType>
    </xsd:element>
    <xsd:element name="Statut" ma:index="25" nillable="true" ma:displayName="Statut" ma:format="Dropdown" ma:internalName="Statut">
      <xsd:simpleType>
        <xsd:restriction base="dms:Text">
          <xsd:maxLength value="255"/>
        </xsd:restriction>
      </xsd:simpleType>
    </xsd:element>
    <xsd:element name="MediaServiceObjectDetectorVersions" ma:index="2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7737b1-f9a9-4dd2-9111-278aa8de9072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c3a574-7667-4f83-ad5f-2a0a54341d54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4646f372-8f3c-4071-a582-cbbbc483b48e}" ma:internalName="TaxCatchAll" ma:showField="CatchAllData" ma:web="097737b1-f9a9-4dd2-9111-278aa8de907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CA18A3F-4402-4E01-8583-299481BD052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513612F-7E5D-41B7-A1C4-8AB44525C192}">
  <ds:schemaRefs>
    <ds:schemaRef ds:uri="http://purl.org/dc/elements/1.1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microsoft.com/office/2006/metadata/properties"/>
    <ds:schemaRef ds:uri="http://purl.org/dc/terms/"/>
    <ds:schemaRef ds:uri="http://schemas.openxmlformats.org/package/2006/metadata/core-properties"/>
    <ds:schemaRef ds:uri="21939f8e-866e-41cc-93ee-8b72baabaca4"/>
    <ds:schemaRef ds:uri="c00bf62d-5c01-45d7-b54f-ae45d8790402"/>
    <ds:schemaRef ds:uri="http://purl.org/dc/dcmitype/"/>
    <ds:schemaRef ds:uri="b1c3a574-7667-4f83-ad5f-2a0a54341d54"/>
    <ds:schemaRef ds:uri="5373d7d1-038d-4cdd-960e-50a0ea8546b1"/>
    <ds:schemaRef ds:uri="097737b1-f9a9-4dd2-9111-278aa8de9072"/>
  </ds:schemaRefs>
</ds:datastoreItem>
</file>

<file path=customXml/itemProps3.xml><?xml version="1.0" encoding="utf-8"?>
<ds:datastoreItem xmlns:ds="http://schemas.openxmlformats.org/officeDocument/2006/customXml" ds:itemID="{4D03E27B-6C59-4533-9682-9A83A33F996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373d7d1-038d-4cdd-960e-50a0ea8546b1"/>
    <ds:schemaRef ds:uri="097737b1-f9a9-4dd2-9111-278aa8de9072"/>
    <ds:schemaRef ds:uri="b1c3a574-7667-4f83-ad5f-2a0a54341d5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579bf795-4ac9-46c1-bf48-34980f6ec90c}" enabled="0" method="" siteId="{579bf795-4ac9-46c1-bf48-34980f6ec90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613</TotalTime>
  <Words>1429</Words>
  <Application>Microsoft Office PowerPoint</Application>
  <PresentationFormat>Grand écran</PresentationFormat>
  <Paragraphs>223</Paragraphs>
  <Slides>23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30" baseType="lpstr">
      <vt:lpstr>Arial</vt:lpstr>
      <vt:lpstr>Calibri</vt:lpstr>
      <vt:lpstr>Century Gothic</vt:lpstr>
      <vt:lpstr>Montserrat</vt:lpstr>
      <vt:lpstr>Poppins Regular</vt:lpstr>
      <vt:lpstr>Segoe UI</vt:lpstr>
      <vt:lpstr>Thème Office</vt:lpstr>
      <vt:lpstr>Présentation PowerPoint</vt:lpstr>
      <vt:lpstr>Présentation PowerPoint</vt:lpstr>
      <vt:lpstr>Présentation PowerPoint</vt:lpstr>
      <vt:lpstr>La vidéo est un gouffre à tokens</vt:lpstr>
      <vt:lpstr>Comprendre l’image une fois,  itérer en texte</vt:lpstr>
      <vt:lpstr>Présentation PowerPoint</vt:lpstr>
      <vt:lpstr>Le harnais : tout ce qui n'est pas le LLM</vt:lpstr>
      <vt:lpstr>Percevoir, décider, agir</vt:lpstr>
      <vt:lpstr>Six agents avec des rôles spécialisés</vt:lpstr>
      <vt:lpstr>Pas des conversations : des contrats structurés</vt:lpstr>
      <vt:lpstr>Une chaîne d’états</vt:lpstr>
      <vt:lpstr>Le bon modèle au bon endroit</vt:lpstr>
      <vt:lpstr>Présentation PowerPoint</vt:lpstr>
      <vt:lpstr>Des garde-fous déterministes</vt:lpstr>
      <vt:lpstr>L'ancrage : mesurer plutôt que demander</vt:lpstr>
      <vt:lpstr>Présentation PowerPoint</vt:lpstr>
      <vt:lpstr>La limite : juger sans percevoir</vt:lpstr>
      <vt:lpstr>Human-in-the-loop :</vt:lpstr>
      <vt:lpstr>Présentation PowerPoint</vt:lpstr>
      <vt:lpstr>Pas un modèle mais un portefeuille de modèles</vt:lpstr>
      <vt:lpstr>Trois méthodologies IA utilisées</vt:lpstr>
      <vt:lpstr>Cinq leçons à retenir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Mathilde JOUSSELIN</dc:creator>
  <cp:lastModifiedBy>Alban KERLOCH</cp:lastModifiedBy>
  <cp:revision>3</cp:revision>
  <dcterms:created xsi:type="dcterms:W3CDTF">2026-01-06T09:17:00Z</dcterms:created>
  <dcterms:modified xsi:type="dcterms:W3CDTF">2026-08-28T02:05:10Z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0x0101003950D4D1AD1A6A41B78116FEE0DCC451</vt:lpwstr>
  </property>
  <property fmtid="{D5CDD505-2E9C-101B-9397-08002B2CF9AE}" pid="3" name="MediaServiceImageTags">
    <vt:lpwstr/>
  </property>
  <property fmtid="{D5CDD505-2E9C-101B-9397-08002B2CF9AE}" pid="4" name="Order">
    <vt:r8>4444300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  <property fmtid="{D5CDD505-2E9C-101B-9397-08002B2CF9AE}" pid="11" name="_SharedFileIndex">
    <vt:lpwstr/>
  </property>
  <property fmtid="{D5CDD505-2E9C-101B-9397-08002B2CF9AE}" pid="12" name="_SourceUrl">
    <vt:lpwstr/>
  </property>
</Properties>
</file>